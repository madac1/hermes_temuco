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oboto Serif"/>
      <p:regular r:id="rId52"/>
      <p:bold r:id="rId53"/>
      <p:italic r:id="rId54"/>
      <p:boldItalic r:id="rId55"/>
    </p:embeddedFont>
    <p:embeddedFont>
      <p:font typeface="Proxima Nova"/>
      <p:regular r:id="rId56"/>
      <p:bold r:id="rId57"/>
      <p:italic r:id="rId58"/>
      <p:boldItalic r:id="rId59"/>
    </p:embeddedFont>
    <p:embeddedFont>
      <p:font typeface="Poppins"/>
      <p:regular r:id="rId60"/>
      <p:bold r:id="rId61"/>
      <p:italic r:id="rId62"/>
      <p:boldItalic r:id="rId63"/>
    </p:embeddedFont>
    <p:embeddedFont>
      <p:font typeface="Poppins Medium"/>
      <p:regular r:id="rId64"/>
      <p:bold r:id="rId65"/>
      <p:italic r:id="rId66"/>
      <p:boldItalic r:id="rId67"/>
    </p:embeddedFont>
    <p:embeddedFont>
      <p:font typeface="Helvetica Neue"/>
      <p:regular r:id="rId68"/>
      <p:bold r:id="rId69"/>
      <p:italic r:id="rId70"/>
      <p:boldItalic r:id="rId71"/>
    </p:embeddedFont>
    <p:embeddedFont>
      <p:font typeface="Poppins SemiBold"/>
      <p:regular r:id="rId72"/>
      <p:bold r:id="rId73"/>
      <p:italic r:id="rId74"/>
      <p:boldItalic r:id="rId75"/>
    </p:embeddedFont>
    <p:embeddedFont>
      <p:font typeface="Roboto Mono"/>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oppinsSemiBold-bold.fntdata"/><Relationship Id="rId72" Type="http://schemas.openxmlformats.org/officeDocument/2006/relationships/font" Target="fonts/PoppinsSemiBold-regular.fntdata"/><Relationship Id="rId31" Type="http://schemas.openxmlformats.org/officeDocument/2006/relationships/slide" Target="slides/slide25.xml"/><Relationship Id="rId75" Type="http://schemas.openxmlformats.org/officeDocument/2006/relationships/font" Target="fonts/PoppinsSemiBold-boldItalic.fntdata"/><Relationship Id="rId30" Type="http://schemas.openxmlformats.org/officeDocument/2006/relationships/slide" Target="slides/slide24.xml"/><Relationship Id="rId74" Type="http://schemas.openxmlformats.org/officeDocument/2006/relationships/font" Target="fonts/PoppinsSemiBold-italic.fntdata"/><Relationship Id="rId33" Type="http://schemas.openxmlformats.org/officeDocument/2006/relationships/slide" Target="slides/slide27.xml"/><Relationship Id="rId77" Type="http://schemas.openxmlformats.org/officeDocument/2006/relationships/font" Target="fonts/RobotoMono-bold.fntdata"/><Relationship Id="rId32" Type="http://schemas.openxmlformats.org/officeDocument/2006/relationships/slide" Target="slides/slide26.xml"/><Relationship Id="rId76" Type="http://schemas.openxmlformats.org/officeDocument/2006/relationships/font" Target="fonts/RobotoMono-regular.fntdata"/><Relationship Id="rId35" Type="http://schemas.openxmlformats.org/officeDocument/2006/relationships/slide" Target="slides/slide29.xml"/><Relationship Id="rId79" Type="http://schemas.openxmlformats.org/officeDocument/2006/relationships/font" Target="fonts/RobotoMono-boldItalic.fntdata"/><Relationship Id="rId34" Type="http://schemas.openxmlformats.org/officeDocument/2006/relationships/slide" Target="slides/slide28.xml"/><Relationship Id="rId78" Type="http://schemas.openxmlformats.org/officeDocument/2006/relationships/font" Target="fonts/RobotoMono-italic.fntdata"/><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oppins-italic.fntdata"/><Relationship Id="rId61" Type="http://schemas.openxmlformats.org/officeDocument/2006/relationships/font" Target="fonts/Poppins-bold.fntdata"/><Relationship Id="rId20" Type="http://schemas.openxmlformats.org/officeDocument/2006/relationships/slide" Target="slides/slide14.xml"/><Relationship Id="rId64" Type="http://schemas.openxmlformats.org/officeDocument/2006/relationships/font" Target="fonts/PoppinsMedium-regular.fntdata"/><Relationship Id="rId63" Type="http://schemas.openxmlformats.org/officeDocument/2006/relationships/font" Target="fonts/Poppins-boldItalic.fntdata"/><Relationship Id="rId22" Type="http://schemas.openxmlformats.org/officeDocument/2006/relationships/slide" Target="slides/slide16.xml"/><Relationship Id="rId66" Type="http://schemas.openxmlformats.org/officeDocument/2006/relationships/font" Target="fonts/PoppinsMedium-italic.fntdata"/><Relationship Id="rId21" Type="http://schemas.openxmlformats.org/officeDocument/2006/relationships/slide" Target="slides/slide15.xml"/><Relationship Id="rId65" Type="http://schemas.openxmlformats.org/officeDocument/2006/relationships/font" Target="fonts/PoppinsMedium-bold.fntdata"/><Relationship Id="rId24" Type="http://schemas.openxmlformats.org/officeDocument/2006/relationships/slide" Target="slides/slide18.xml"/><Relationship Id="rId68" Type="http://schemas.openxmlformats.org/officeDocument/2006/relationships/font" Target="fonts/HelveticaNeue-regular.fntdata"/><Relationship Id="rId23" Type="http://schemas.openxmlformats.org/officeDocument/2006/relationships/slide" Target="slides/slide17.xml"/><Relationship Id="rId67" Type="http://schemas.openxmlformats.org/officeDocument/2006/relationships/font" Target="fonts/PoppinsMedium-boldItalic.fntdata"/><Relationship Id="rId60" Type="http://schemas.openxmlformats.org/officeDocument/2006/relationships/font" Target="fonts/Poppins-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obotoSerif-bold.fntdata"/><Relationship Id="rId52" Type="http://schemas.openxmlformats.org/officeDocument/2006/relationships/font" Target="fonts/RobotoSerif-regular.fntdata"/><Relationship Id="rId11" Type="http://schemas.openxmlformats.org/officeDocument/2006/relationships/slide" Target="slides/slide5.xml"/><Relationship Id="rId55" Type="http://schemas.openxmlformats.org/officeDocument/2006/relationships/font" Target="fonts/RobotoSerif-boldItalic.fntdata"/><Relationship Id="rId10" Type="http://schemas.openxmlformats.org/officeDocument/2006/relationships/slide" Target="slides/slide4.xml"/><Relationship Id="rId54" Type="http://schemas.openxmlformats.org/officeDocument/2006/relationships/font" Target="fonts/RobotoSerif-italic.fntdata"/><Relationship Id="rId13" Type="http://schemas.openxmlformats.org/officeDocument/2006/relationships/slide" Target="slides/slide7.xml"/><Relationship Id="rId57" Type="http://schemas.openxmlformats.org/officeDocument/2006/relationships/font" Target="fonts/ProximaNova-bold.fntdata"/><Relationship Id="rId12" Type="http://schemas.openxmlformats.org/officeDocument/2006/relationships/slide" Target="slides/slide6.xml"/><Relationship Id="rId56" Type="http://schemas.openxmlformats.org/officeDocument/2006/relationships/font" Target="fonts/ProximaNova-regular.fntdata"/><Relationship Id="rId15" Type="http://schemas.openxmlformats.org/officeDocument/2006/relationships/slide" Target="slides/slide9.xml"/><Relationship Id="rId59" Type="http://schemas.openxmlformats.org/officeDocument/2006/relationships/font" Target="fonts/ProximaNova-boldItalic.fntdata"/><Relationship Id="rId14" Type="http://schemas.openxmlformats.org/officeDocument/2006/relationships/slide" Target="slides/slide8.xml"/><Relationship Id="rId58" Type="http://schemas.openxmlformats.org/officeDocument/2006/relationships/font" Target="fonts/ProximaNova-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f6dbf4f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cf6dbf4fb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5000"/>
              </a:lnSpc>
              <a:spcBef>
                <a:spcPts val="0"/>
              </a:spcBef>
              <a:spcAft>
                <a:spcPts val="0"/>
              </a:spcAft>
              <a:buClr>
                <a:schemeClr val="dk1"/>
              </a:buClr>
              <a:buSzPts val="1000"/>
              <a:buFont typeface="Arial"/>
              <a:buAutoNum type="arabicPeriod"/>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13bce5107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13bce5107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513bce5107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513bce5107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7335a28457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7335a28457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c7cdc329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2c7cdc3298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7cdc3298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2c7cdc32980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7cdc3298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2c7cdc32980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c7cdc3298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2c7cdc32980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c7cdc3298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c7cdc32980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c7cdc3298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2c7cdc32980_0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c7cdc3298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2c7cdc32980_0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c7cdc3298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2c7cdc32980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c7cdc32980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c7cdc32980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c7cdc32980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c7cdc32980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c7cdc32980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c7cdc32980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73250bc0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73250bc0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c9575b70eb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2c9575b70eb_0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c9575b70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2c9575b70e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c9575b70e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2c9575b70eb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c9575b70eb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2c9575b70eb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c9575b70eb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2c9575b70eb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c9575b70e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2c9575b70eb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c9575b70e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2c9575b70eb_0_2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c9575b70eb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c9575b70e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513bce510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513bce510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c9575b70eb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2c9575b70eb_0_3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c9575b70e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2c9575b70eb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c9575b70e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2c9575b70eb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c9575b70e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2c9575b70eb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c9575b70eb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2c9575b70eb_0_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c99f0df6f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2c99f0df6f9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c9575b70eb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2c9575b70eb_0_4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c9575b70e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2c9575b70eb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13bce510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513bce510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513bce5107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513bce5107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681b2fa68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g3681b2fa685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s"/>
              <a:t>ENCUESTA AL INICIO DE LA SESIÓN</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c9575b70eb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2c9575b70eb_0_3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c9575b70e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2c9575b70e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c9575b70eb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c9575b70e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c99f0df6f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c99f0df6f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c9575b70e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c9575b70e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c9575b70e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c9575b70e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513bce510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513bce510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513bce5107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513bce5107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cb67219e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1" name="Google Shape;691;g2cb67219e8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50" name="Shape 50"/>
        <p:cNvGrpSpPr/>
        <p:nvPr/>
      </p:nvGrpSpPr>
      <p:grpSpPr>
        <a:xfrm>
          <a:off x="0" y="0"/>
          <a:ext cx="0" cy="0"/>
          <a:chOff x="0" y="0"/>
          <a:chExt cx="0" cy="0"/>
        </a:xfrm>
      </p:grpSpPr>
      <p:sp>
        <p:nvSpPr>
          <p:cNvPr id="51" name="Google Shape;51;p13"/>
          <p:cNvSpPr/>
          <p:nvPr>
            <p:ph idx="2" type="pic"/>
          </p:nvPr>
        </p:nvSpPr>
        <p:spPr>
          <a:xfrm>
            <a:off x="0" y="0"/>
            <a:ext cx="9144000" cy="5143500"/>
          </a:xfrm>
          <a:prstGeom prst="rect">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52" name="Shape 52"/>
        <p:cNvGrpSpPr/>
        <p:nvPr/>
      </p:nvGrpSpPr>
      <p:grpSpPr>
        <a:xfrm>
          <a:off x="0" y="0"/>
          <a:ext cx="0" cy="0"/>
          <a:chOff x="0" y="0"/>
          <a:chExt cx="0" cy="0"/>
        </a:xfrm>
      </p:grpSpPr>
      <p:sp>
        <p:nvSpPr>
          <p:cNvPr id="53" name="Google Shape;53;p14"/>
          <p:cNvSpPr/>
          <p:nvPr>
            <p:ph idx="2" type="pic"/>
          </p:nvPr>
        </p:nvSpPr>
        <p:spPr>
          <a:xfrm>
            <a:off x="-320039" y="3055144"/>
            <a:ext cx="4781400" cy="1623000"/>
          </a:xfrm>
          <a:prstGeom prst="roundRect">
            <a:avLst>
              <a:gd fmla="val 6952" name="adj"/>
            </a:avLst>
          </a:prstGeom>
          <a:solidFill>
            <a:srgbClr val="F2F2F2"/>
          </a:solidFill>
          <a:ln>
            <a:noFill/>
          </a:ln>
        </p:spPr>
      </p:sp>
      <p:sp>
        <p:nvSpPr>
          <p:cNvPr id="54" name="Google Shape;54;p14"/>
          <p:cNvSpPr/>
          <p:nvPr>
            <p:ph idx="3" type="pic"/>
          </p:nvPr>
        </p:nvSpPr>
        <p:spPr>
          <a:xfrm>
            <a:off x="4682689" y="3055143"/>
            <a:ext cx="4781400" cy="1623000"/>
          </a:xfrm>
          <a:prstGeom prst="roundRect">
            <a:avLst>
              <a:gd fmla="val 6952"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55" name="Shape 55"/>
        <p:cNvGrpSpPr/>
        <p:nvPr/>
      </p:nvGrpSpPr>
      <p:grpSpPr>
        <a:xfrm>
          <a:off x="0" y="0"/>
          <a:ext cx="0" cy="0"/>
          <a:chOff x="0" y="0"/>
          <a:chExt cx="0" cy="0"/>
        </a:xfrm>
      </p:grpSpPr>
      <p:sp>
        <p:nvSpPr>
          <p:cNvPr id="56" name="Google Shape;56;p15"/>
          <p:cNvSpPr/>
          <p:nvPr>
            <p:ph idx="2" type="pic"/>
          </p:nvPr>
        </p:nvSpPr>
        <p:spPr>
          <a:xfrm>
            <a:off x="3963203" y="465535"/>
            <a:ext cx="4659300" cy="2270400"/>
          </a:xfrm>
          <a:prstGeom prst="roundRect">
            <a:avLst>
              <a:gd fmla="val 6952" name="adj"/>
            </a:avLst>
          </a:prstGeom>
          <a:solidFill>
            <a:srgbClr val="F2F2F2"/>
          </a:solidFill>
          <a:ln>
            <a:noFill/>
          </a:ln>
        </p:spPr>
      </p:sp>
      <p:sp>
        <p:nvSpPr>
          <p:cNvPr id="57" name="Google Shape;57;p15"/>
          <p:cNvSpPr/>
          <p:nvPr>
            <p:ph idx="3" type="pic"/>
          </p:nvPr>
        </p:nvSpPr>
        <p:spPr>
          <a:xfrm>
            <a:off x="521494" y="2807542"/>
            <a:ext cx="2820900" cy="2336100"/>
          </a:xfrm>
          <a:prstGeom prst="round2SameRect">
            <a:avLst>
              <a:gd fmla="val 6392" name="adj1"/>
              <a:gd fmla="val 0" name="adj2"/>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4" name="Google Shape;64;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5" name="Google Shape;6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8" name="Google Shape;6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9" name="Google Shape;6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72" name="Google Shape;7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5" name="Google Shape;75;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6" name="Google Shape;76;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7" name="Google Shape;7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0" name="Google Shape;8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83" name="Google Shape;83;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84" name="Google Shape;8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87" name="Google Shape;8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91" name="Google Shape;91;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2" name="Google Shape;92;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93" name="Google Shape;9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96" name="Google Shape;9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9" name="Google Shape;99;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100" name="Google Shape;10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1.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8" name="Shape 58"/>
        <p:cNvGrpSpPr/>
        <p:nvPr/>
      </p:nvGrpSpPr>
      <p:grpSpPr>
        <a:xfrm>
          <a:off x="0" y="0"/>
          <a:ext cx="0" cy="0"/>
          <a:chOff x="0" y="0"/>
          <a:chExt cx="0" cy="0"/>
        </a:xfrm>
      </p:grpSpPr>
      <p:sp>
        <p:nvSpPr>
          <p:cNvPr id="59" name="Google Shape;5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0" name="Google Shape;6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1" name="Google Shape;6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jpg"/><Relationship Id="rId4" Type="http://schemas.openxmlformats.org/officeDocument/2006/relationships/image" Target="../media/image4.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4.jpg"/><Relationship Id="rId4" Type="http://schemas.openxmlformats.org/officeDocument/2006/relationships/image" Target="../media/image10.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4.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www.youtube.com/watch?v=gpe0frCZ3jc" TargetMode="Externa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www.youtube.com/watch?v=o4qUmentaVo" TargetMode="Externa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4.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www.youtube.com/watch?v=mj6aXcERE84" TargetMode="Externa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www.youtube.com/watch?v=Obwp07_phmA" TargetMode="Externa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hyperlink" Target="http://www.youtube.com/watch?v=w0tNEp4m5PY" TargetMode="External"/><Relationship Id="rId5" Type="http://schemas.openxmlformats.org/officeDocument/2006/relationships/image" Target="../media/image12.jpg"/><Relationship Id="rId6" Type="http://schemas.openxmlformats.org/officeDocument/2006/relationships/image" Target="../media/image2.png"/><Relationship Id="rId7" Type="http://schemas.openxmlformats.org/officeDocument/2006/relationships/image" Target="../media/image2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4.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www.youtube.com/watch?v=yuJhKUunYPE" TargetMode="External"/><Relationship Id="rId4" Type="http://schemas.openxmlformats.org/officeDocument/2006/relationships/image" Target="../media/image15.jpg"/><Relationship Id="rId9"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8.png"/><Relationship Id="rId8"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2.gif"/><Relationship Id="rId4" Type="http://schemas.openxmlformats.org/officeDocument/2006/relationships/image" Target="../media/image24.jp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gif"/><Relationship Id="rId4" Type="http://schemas.openxmlformats.org/officeDocument/2006/relationships/image" Target="../media/image25.png"/><Relationship Id="rId5" Type="http://schemas.openxmlformats.org/officeDocument/2006/relationships/image" Target="../media/image24.jp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4.jp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hyperlink" Target="https://www.discodsp.com/obxd/" TargetMode="External"/><Relationship Id="rId5" Type="http://schemas.openxmlformats.org/officeDocument/2006/relationships/image" Target="../media/image24.jpg"/><Relationship Id="rId6"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4.jp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4.jp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4.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4.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4.jp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24.jp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4.jp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24.jpg"/><Relationship Id="rId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55.png"/><Relationship Id="rId6" Type="http://schemas.openxmlformats.org/officeDocument/2006/relationships/image" Target="../media/image27.png"/><Relationship Id="rId7"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4.jp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42.png"/><Relationship Id="rId5" Type="http://schemas.openxmlformats.org/officeDocument/2006/relationships/image" Target="../media/image24.jpg"/><Relationship Id="rId6"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24.jpg"/><Relationship Id="rId5"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24.jpg"/><Relationship Id="rId6"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39.png"/><Relationship Id="rId4" Type="http://schemas.openxmlformats.org/officeDocument/2006/relationships/image" Target="../media/image24.jpg"/><Relationship Id="rId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8.png"/><Relationship Id="rId4" Type="http://schemas.openxmlformats.org/officeDocument/2006/relationships/image" Target="../media/image39.png"/><Relationship Id="rId9" Type="http://schemas.openxmlformats.org/officeDocument/2006/relationships/image" Target="../media/image2.png"/><Relationship Id="rId5" Type="http://schemas.openxmlformats.org/officeDocument/2006/relationships/image" Target="../media/image46.png"/><Relationship Id="rId6" Type="http://schemas.openxmlformats.org/officeDocument/2006/relationships/image" Target="../media/image28.png"/><Relationship Id="rId7" Type="http://schemas.openxmlformats.org/officeDocument/2006/relationships/image" Target="../media/image56.png"/><Relationship Id="rId8" Type="http://schemas.openxmlformats.org/officeDocument/2006/relationships/image" Target="../media/image2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4.jpg"/><Relationship Id="rId4" Type="http://schemas.openxmlformats.org/officeDocument/2006/relationships/image" Target="../media/image1.png"/><Relationship Id="rId5" Type="http://schemas.openxmlformats.org/officeDocument/2006/relationships/image" Target="../media/image55.png"/></Relationships>
</file>

<file path=ppt/slides/_rels/slide45.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44.jpg"/><Relationship Id="rId13" Type="http://schemas.openxmlformats.org/officeDocument/2006/relationships/image" Target="../media/image4.png"/><Relationship Id="rId12" Type="http://schemas.openxmlformats.org/officeDocument/2006/relationships/image" Target="../media/image24.jpg"/><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6.png"/><Relationship Id="rId4" Type="http://schemas.openxmlformats.org/officeDocument/2006/relationships/image" Target="../media/image43.png"/><Relationship Id="rId9" Type="http://schemas.openxmlformats.org/officeDocument/2006/relationships/image" Target="../media/image37.jpg"/><Relationship Id="rId15" Type="http://schemas.openxmlformats.org/officeDocument/2006/relationships/image" Target="../media/image52.png"/><Relationship Id="rId1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38.jpg"/><Relationship Id="rId7" Type="http://schemas.openxmlformats.org/officeDocument/2006/relationships/image" Target="../media/image53.png"/><Relationship Id="rId8"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09F"/>
        </a:solidFill>
      </p:bgPr>
    </p:bg>
    <p:spTree>
      <p:nvGrpSpPr>
        <p:cNvPr id="106" name="Shape 106"/>
        <p:cNvGrpSpPr/>
        <p:nvPr/>
      </p:nvGrpSpPr>
      <p:grpSpPr>
        <a:xfrm>
          <a:off x="0" y="0"/>
          <a:ext cx="0" cy="0"/>
          <a:chOff x="0" y="0"/>
          <a:chExt cx="0" cy="0"/>
        </a:xfrm>
      </p:grpSpPr>
      <p:sp>
        <p:nvSpPr>
          <p:cNvPr id="107" name="Google Shape;107;p28"/>
          <p:cNvSpPr/>
          <p:nvPr/>
        </p:nvSpPr>
        <p:spPr>
          <a:xfrm>
            <a:off x="174545" y="3908711"/>
            <a:ext cx="8969400" cy="1234800"/>
          </a:xfrm>
          <a:prstGeom prst="rect">
            <a:avLst/>
          </a:prstGeom>
          <a:solidFill>
            <a:srgbClr val="0118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08" name="Google Shape;108;p28"/>
          <p:cNvPicPr preferRelativeResize="0"/>
          <p:nvPr/>
        </p:nvPicPr>
        <p:blipFill rotWithShape="1">
          <a:blip r:embed="rId3">
            <a:alphaModFix/>
          </a:blip>
          <a:srcRect b="299" l="44748" r="0" t="-10"/>
          <a:stretch/>
        </p:blipFill>
        <p:spPr>
          <a:xfrm rot="-5400000">
            <a:off x="2617646" y="-2617646"/>
            <a:ext cx="3908711" cy="9144002"/>
          </a:xfrm>
          <a:prstGeom prst="rect">
            <a:avLst/>
          </a:prstGeom>
          <a:noFill/>
          <a:ln>
            <a:noFill/>
          </a:ln>
        </p:spPr>
      </p:pic>
      <p:sp>
        <p:nvSpPr>
          <p:cNvPr id="109" name="Google Shape;109;p28"/>
          <p:cNvSpPr/>
          <p:nvPr/>
        </p:nvSpPr>
        <p:spPr>
          <a:xfrm>
            <a:off x="2" y="0"/>
            <a:ext cx="9144000" cy="3908700"/>
          </a:xfrm>
          <a:prstGeom prst="rect">
            <a:avLst/>
          </a:prstGeom>
          <a:solidFill>
            <a:srgbClr val="002060">
              <a:alpha val="4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10" name="Google Shape;110;p28"/>
          <p:cNvPicPr preferRelativeResize="0"/>
          <p:nvPr/>
        </p:nvPicPr>
        <p:blipFill rotWithShape="1">
          <a:blip r:embed="rId4">
            <a:alphaModFix/>
          </a:blip>
          <a:srcRect b="0" l="0" r="0" t="0"/>
          <a:stretch/>
        </p:blipFill>
        <p:spPr>
          <a:xfrm>
            <a:off x="6354346" y="192405"/>
            <a:ext cx="2587503" cy="812673"/>
          </a:xfrm>
          <a:prstGeom prst="rect">
            <a:avLst/>
          </a:prstGeom>
          <a:noFill/>
          <a:ln>
            <a:noFill/>
          </a:ln>
        </p:spPr>
      </p:pic>
      <p:sp>
        <p:nvSpPr>
          <p:cNvPr id="111" name="Google Shape;111;p28"/>
          <p:cNvSpPr txBox="1"/>
          <p:nvPr/>
        </p:nvSpPr>
        <p:spPr>
          <a:xfrm>
            <a:off x="861160" y="2111138"/>
            <a:ext cx="46815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 sz="3200" u="none" cap="none" strike="noStrike">
                <a:solidFill>
                  <a:srgbClr val="FFFFFF"/>
                </a:solidFill>
                <a:latin typeface="Poppins"/>
                <a:ea typeface="Poppins"/>
                <a:cs typeface="Poppins"/>
                <a:sym typeface="Poppins"/>
              </a:rPr>
              <a:t>Clubes de</a:t>
            </a:r>
            <a:endParaRPr/>
          </a:p>
          <a:p>
            <a:pPr indent="0" lvl="0" marL="0" marR="0" rtl="0" algn="l">
              <a:lnSpc>
                <a:spcPct val="100000"/>
              </a:lnSpc>
              <a:spcBef>
                <a:spcPts val="0"/>
              </a:spcBef>
              <a:spcAft>
                <a:spcPts val="0"/>
              </a:spcAft>
              <a:buNone/>
            </a:pPr>
            <a:r>
              <a:rPr b="1" i="0" lang="es" sz="3200" u="none" cap="none" strike="noStrike">
                <a:solidFill>
                  <a:srgbClr val="FFFFFF"/>
                </a:solidFill>
                <a:latin typeface="Poppins"/>
                <a:ea typeface="Poppins"/>
                <a:cs typeface="Poppins"/>
                <a:sym typeface="Poppins"/>
              </a:rPr>
              <a:t>Ciencia y Tecnología</a:t>
            </a:r>
            <a:endParaRPr b="1" i="0" sz="3200" u="none" cap="none" strike="noStrike">
              <a:solidFill>
                <a:srgbClr val="000000"/>
              </a:solidFill>
              <a:latin typeface="Poppins"/>
              <a:ea typeface="Poppins"/>
              <a:cs typeface="Poppins"/>
              <a:sym typeface="Poppins"/>
            </a:endParaRPr>
          </a:p>
        </p:txBody>
      </p:sp>
      <p:sp>
        <p:nvSpPr>
          <p:cNvPr id="112" name="Google Shape;112;p28"/>
          <p:cNvSpPr/>
          <p:nvPr/>
        </p:nvSpPr>
        <p:spPr>
          <a:xfrm>
            <a:off x="874189" y="3545219"/>
            <a:ext cx="1544400" cy="410100"/>
          </a:xfrm>
          <a:prstGeom prst="rect">
            <a:avLst/>
          </a:prstGeom>
          <a:solidFill>
            <a:srgbClr val="0118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3" name="Google Shape;113;p28"/>
          <p:cNvSpPr txBox="1"/>
          <p:nvPr/>
        </p:nvSpPr>
        <p:spPr>
          <a:xfrm>
            <a:off x="974299" y="3595025"/>
            <a:ext cx="1544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lang="es" sz="1600">
                <a:solidFill>
                  <a:srgbClr val="FFFFFF"/>
                </a:solidFill>
                <a:latin typeface="Poppins"/>
                <a:ea typeface="Poppins"/>
                <a:cs typeface="Poppins"/>
                <a:sym typeface="Poppins"/>
              </a:rPr>
              <a:t>14</a:t>
            </a:r>
            <a:r>
              <a:rPr b="0" i="0" lang="es" sz="1600" u="none" cap="none" strike="noStrike">
                <a:solidFill>
                  <a:srgbClr val="FFFFFF"/>
                </a:solidFill>
                <a:latin typeface="Poppins"/>
                <a:ea typeface="Poppins"/>
                <a:cs typeface="Poppins"/>
                <a:sym typeface="Poppins"/>
              </a:rPr>
              <a:t>.</a:t>
            </a:r>
            <a:r>
              <a:rPr lang="es" sz="1600">
                <a:solidFill>
                  <a:srgbClr val="FFFFFF"/>
                </a:solidFill>
                <a:latin typeface="Poppins"/>
                <a:ea typeface="Poppins"/>
                <a:cs typeface="Poppins"/>
                <a:sym typeface="Poppins"/>
              </a:rPr>
              <a:t>06</a:t>
            </a:r>
            <a:r>
              <a:rPr b="0" i="0" lang="es" sz="1600" u="none" cap="none" strike="noStrike">
                <a:solidFill>
                  <a:srgbClr val="FFFFFF"/>
                </a:solidFill>
                <a:latin typeface="Poppins"/>
                <a:ea typeface="Poppins"/>
                <a:cs typeface="Poppins"/>
                <a:sym typeface="Poppins"/>
              </a:rPr>
              <a:t>.2025</a:t>
            </a:r>
            <a:endParaRPr b="0" i="0" sz="1600" u="none" cap="none" strike="noStrike">
              <a:solidFill>
                <a:srgbClr val="000000"/>
              </a:solidFill>
              <a:latin typeface="Poppins"/>
              <a:ea typeface="Poppins"/>
              <a:cs typeface="Poppins"/>
              <a:sym typeface="Poppins"/>
            </a:endParaRPr>
          </a:p>
        </p:txBody>
      </p:sp>
      <p:sp>
        <p:nvSpPr>
          <p:cNvPr id="114" name="Google Shape;114;p28"/>
          <p:cNvSpPr txBox="1"/>
          <p:nvPr/>
        </p:nvSpPr>
        <p:spPr>
          <a:xfrm rot="-5400000">
            <a:off x="7467916" y="3119999"/>
            <a:ext cx="29457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1000" u="none" cap="none" strike="noStrike">
                <a:solidFill>
                  <a:srgbClr val="FFFFFF"/>
                </a:solidFill>
                <a:latin typeface="Poppins"/>
                <a:ea typeface="Poppins"/>
                <a:cs typeface="Poppins"/>
                <a:sym typeface="Poppins"/>
              </a:rPr>
              <a:t>www.fundacionmustakis.org</a:t>
            </a:r>
            <a:endParaRPr b="0" i="0" sz="1000" u="none" cap="none" strike="noStrike">
              <a:solidFill>
                <a:srgbClr val="000000"/>
              </a:solidFill>
              <a:latin typeface="Poppins"/>
              <a:ea typeface="Poppins"/>
              <a:cs typeface="Poppins"/>
              <a:sym typeface="Poppins"/>
            </a:endParaRPr>
          </a:p>
        </p:txBody>
      </p:sp>
      <p:sp>
        <p:nvSpPr>
          <p:cNvPr id="115" name="Google Shape;115;p28"/>
          <p:cNvSpPr txBox="1"/>
          <p:nvPr/>
        </p:nvSpPr>
        <p:spPr>
          <a:xfrm>
            <a:off x="861160" y="1529939"/>
            <a:ext cx="2443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2000" u="none" cap="none" strike="noStrike">
                <a:solidFill>
                  <a:srgbClr val="FFFFFF"/>
                </a:solidFill>
                <a:latin typeface="Poppins"/>
                <a:ea typeface="Poppins"/>
                <a:cs typeface="Poppins"/>
                <a:sym typeface="Poppins"/>
              </a:rPr>
              <a:t>Sesión Nº</a:t>
            </a:r>
            <a:r>
              <a:rPr lang="es" sz="2000">
                <a:solidFill>
                  <a:srgbClr val="FFFFFF"/>
                </a:solidFill>
                <a:latin typeface="Poppins"/>
                <a:ea typeface="Poppins"/>
                <a:cs typeface="Poppins"/>
                <a:sym typeface="Poppins"/>
              </a:rPr>
              <a:t>5</a:t>
            </a:r>
            <a:endParaRPr b="0" i="0" sz="2000" u="none" cap="none" strike="noStrike">
              <a:solidFill>
                <a:srgbClr val="000000"/>
              </a:solidFill>
              <a:latin typeface="Poppins"/>
              <a:ea typeface="Poppins"/>
              <a:cs typeface="Poppins"/>
              <a:sym typeface="Poppins"/>
            </a:endParaRPr>
          </a:p>
        </p:txBody>
      </p:sp>
      <p:cxnSp>
        <p:nvCxnSpPr>
          <p:cNvPr id="116" name="Google Shape;116;p28"/>
          <p:cNvCxnSpPr/>
          <p:nvPr/>
        </p:nvCxnSpPr>
        <p:spPr>
          <a:xfrm>
            <a:off x="928251" y="1864958"/>
            <a:ext cx="2015400" cy="0"/>
          </a:xfrm>
          <a:prstGeom prst="straightConnector1">
            <a:avLst/>
          </a:prstGeom>
          <a:noFill/>
          <a:ln cap="flat" cmpd="sng" w="15875">
            <a:solidFill>
              <a:srgbClr val="FFFFFF"/>
            </a:solidFill>
            <a:prstDash val="solid"/>
            <a:round/>
            <a:headEnd len="sm" w="sm" type="none"/>
            <a:tailEnd len="sm" w="sm" type="none"/>
          </a:ln>
        </p:spPr>
      </p:cxnSp>
      <p:pic>
        <p:nvPicPr>
          <p:cNvPr id="117" name="Google Shape;117;p28"/>
          <p:cNvPicPr preferRelativeResize="0"/>
          <p:nvPr/>
        </p:nvPicPr>
        <p:blipFill rotWithShape="1">
          <a:blip r:embed="rId5">
            <a:alphaModFix/>
          </a:blip>
          <a:srcRect b="43844" l="31851" r="33841" t="27525"/>
          <a:stretch/>
        </p:blipFill>
        <p:spPr>
          <a:xfrm>
            <a:off x="5054057" y="1742688"/>
            <a:ext cx="3402614" cy="21710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9"/>
          <p:cNvPicPr preferRelativeResize="0"/>
          <p:nvPr/>
        </p:nvPicPr>
        <p:blipFill rotWithShape="1">
          <a:blip r:embed="rId3">
            <a:alphaModFix/>
          </a:blip>
          <a:srcRect b="68756" l="25893" r="0" t="0"/>
          <a:stretch/>
        </p:blipFill>
        <p:spPr>
          <a:xfrm rot="5400000">
            <a:off x="-1140929" y="1116585"/>
            <a:ext cx="5172836" cy="2890776"/>
          </a:xfrm>
          <a:prstGeom prst="rect">
            <a:avLst/>
          </a:prstGeom>
          <a:noFill/>
          <a:ln>
            <a:noFill/>
          </a:ln>
        </p:spPr>
      </p:pic>
      <p:sp>
        <p:nvSpPr>
          <p:cNvPr id="123" name="Google Shape;123;p29"/>
          <p:cNvSpPr/>
          <p:nvPr/>
        </p:nvSpPr>
        <p:spPr>
          <a:xfrm>
            <a:off x="0" y="-20614"/>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124" name="Google Shape;124;p29"/>
          <p:cNvPicPr preferRelativeResize="0"/>
          <p:nvPr/>
        </p:nvPicPr>
        <p:blipFill rotWithShape="1">
          <a:blip r:embed="rId4">
            <a:alphaModFix/>
          </a:blip>
          <a:srcRect b="0" l="0" r="0" t="0"/>
          <a:stretch/>
        </p:blipFill>
        <p:spPr>
          <a:xfrm>
            <a:off x="3608113" y="623393"/>
            <a:ext cx="5104614" cy="4212680"/>
          </a:xfrm>
          <a:prstGeom prst="rect">
            <a:avLst/>
          </a:prstGeom>
          <a:noFill/>
          <a:ln>
            <a:noFill/>
          </a:ln>
        </p:spPr>
      </p:pic>
      <p:sp>
        <p:nvSpPr>
          <p:cNvPr id="125" name="Google Shape;125;p29"/>
          <p:cNvSpPr/>
          <p:nvPr/>
        </p:nvSpPr>
        <p:spPr>
          <a:xfrm>
            <a:off x="5929973" y="4016068"/>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6" name="Google Shape;126;p29"/>
          <p:cNvSpPr/>
          <p:nvPr/>
        </p:nvSpPr>
        <p:spPr>
          <a:xfrm>
            <a:off x="3186772" y="4016068"/>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7" name="Google Shape;127;p29"/>
          <p:cNvSpPr/>
          <p:nvPr/>
        </p:nvSpPr>
        <p:spPr>
          <a:xfrm>
            <a:off x="5929973" y="2671362"/>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8" name="Google Shape;128;p29"/>
          <p:cNvSpPr/>
          <p:nvPr/>
        </p:nvSpPr>
        <p:spPr>
          <a:xfrm>
            <a:off x="3186772" y="2671362"/>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9" name="Google Shape;129;p29"/>
          <p:cNvSpPr/>
          <p:nvPr/>
        </p:nvSpPr>
        <p:spPr>
          <a:xfrm>
            <a:off x="5929973" y="1003927"/>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30" name="Google Shape;130;p29"/>
          <p:cNvSpPr/>
          <p:nvPr/>
        </p:nvSpPr>
        <p:spPr>
          <a:xfrm>
            <a:off x="3186772" y="1003927"/>
            <a:ext cx="421200" cy="421200"/>
          </a:xfrm>
          <a:prstGeom prst="ellipse">
            <a:avLst/>
          </a:prstGeom>
          <a:solidFill>
            <a:srgbClr val="71C9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31" name="Google Shape;131;p29"/>
          <p:cNvSpPr txBox="1"/>
          <p:nvPr/>
        </p:nvSpPr>
        <p:spPr>
          <a:xfrm>
            <a:off x="431273" y="1350001"/>
            <a:ext cx="2106600" cy="1141800"/>
          </a:xfrm>
          <a:prstGeom prst="rect">
            <a:avLst/>
          </a:prstGeom>
          <a:noFill/>
          <a:ln>
            <a:noFill/>
          </a:ln>
        </p:spPr>
        <p:txBody>
          <a:bodyPr anchorCtr="0" anchor="t" bIns="37775" lIns="75575" spcFirstLastPara="1" rIns="75575" wrap="square" tIns="37775">
            <a:normAutofit/>
          </a:bodyPr>
          <a:lstStyle/>
          <a:p>
            <a:pPr indent="0" lvl="0" marL="0" marR="0" rtl="0" algn="l">
              <a:lnSpc>
                <a:spcPct val="90000"/>
              </a:lnSpc>
              <a:spcBef>
                <a:spcPts val="0"/>
              </a:spcBef>
              <a:spcAft>
                <a:spcPts val="0"/>
              </a:spcAft>
              <a:buClr>
                <a:srgbClr val="000000"/>
              </a:buClr>
              <a:buSzPts val="1673"/>
              <a:buFont typeface="Calibri"/>
              <a:buNone/>
            </a:pPr>
            <a:r>
              <a:rPr b="1" i="0" lang="es" sz="2400" u="none" cap="none" strike="noStrike">
                <a:solidFill>
                  <a:srgbClr val="71C9EB"/>
                </a:solidFill>
                <a:latin typeface="Poppins"/>
                <a:ea typeface="Poppins"/>
                <a:cs typeface="Poppins"/>
                <a:sym typeface="Poppins"/>
              </a:rPr>
              <a:t>¿QUÉ ROBOT </a:t>
            </a:r>
            <a:r>
              <a:rPr b="0" i="0" lang="es" sz="2400" u="none" cap="none" strike="noStrike">
                <a:solidFill>
                  <a:srgbClr val="FFFFFF"/>
                </a:solidFill>
                <a:latin typeface="Poppins"/>
                <a:ea typeface="Poppins"/>
                <a:cs typeface="Poppins"/>
                <a:sym typeface="Poppins"/>
              </a:rPr>
              <a:t>SOMOS HOY?</a:t>
            </a:r>
            <a:endParaRPr b="0" i="0" sz="2400" u="none" cap="none" strike="noStrike">
              <a:solidFill>
                <a:srgbClr val="000000"/>
              </a:solidFill>
              <a:latin typeface="Poppins"/>
              <a:ea typeface="Poppins"/>
              <a:cs typeface="Poppins"/>
              <a:sym typeface="Poppins"/>
            </a:endParaRPr>
          </a:p>
        </p:txBody>
      </p:sp>
      <p:sp>
        <p:nvSpPr>
          <p:cNvPr id="132" name="Google Shape;132;p29"/>
          <p:cNvSpPr txBox="1"/>
          <p:nvPr/>
        </p:nvSpPr>
        <p:spPr>
          <a:xfrm>
            <a:off x="3259033" y="103619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1.</a:t>
            </a:r>
            <a:endParaRPr b="1" i="0" sz="1800" u="none" cap="none" strike="noStrike">
              <a:solidFill>
                <a:srgbClr val="FFFFFF"/>
              </a:solidFill>
              <a:latin typeface="Poppins"/>
              <a:ea typeface="Poppins"/>
              <a:cs typeface="Poppins"/>
              <a:sym typeface="Poppins"/>
            </a:endParaRPr>
          </a:p>
        </p:txBody>
      </p:sp>
      <p:sp>
        <p:nvSpPr>
          <p:cNvPr id="133" name="Google Shape;133;p29"/>
          <p:cNvSpPr txBox="1"/>
          <p:nvPr/>
        </p:nvSpPr>
        <p:spPr>
          <a:xfrm>
            <a:off x="3230470" y="2703629"/>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3.</a:t>
            </a:r>
            <a:endParaRPr b="1" i="0" sz="1800" u="none" cap="none" strike="noStrike">
              <a:solidFill>
                <a:srgbClr val="FFFFFF"/>
              </a:solidFill>
              <a:latin typeface="Poppins"/>
              <a:ea typeface="Poppins"/>
              <a:cs typeface="Poppins"/>
              <a:sym typeface="Poppins"/>
            </a:endParaRPr>
          </a:p>
        </p:txBody>
      </p:sp>
      <p:sp>
        <p:nvSpPr>
          <p:cNvPr id="134" name="Google Shape;134;p29"/>
          <p:cNvSpPr txBox="1"/>
          <p:nvPr/>
        </p:nvSpPr>
        <p:spPr>
          <a:xfrm>
            <a:off x="3219837" y="405730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5.</a:t>
            </a:r>
            <a:endParaRPr b="1" i="0" sz="1800" u="none" cap="none" strike="noStrike">
              <a:solidFill>
                <a:srgbClr val="FFFFFF"/>
              </a:solidFill>
              <a:latin typeface="Poppins"/>
              <a:ea typeface="Poppins"/>
              <a:cs typeface="Poppins"/>
              <a:sym typeface="Poppins"/>
            </a:endParaRPr>
          </a:p>
        </p:txBody>
      </p:sp>
      <p:sp>
        <p:nvSpPr>
          <p:cNvPr id="135" name="Google Shape;135;p29"/>
          <p:cNvSpPr txBox="1"/>
          <p:nvPr/>
        </p:nvSpPr>
        <p:spPr>
          <a:xfrm>
            <a:off x="5978574" y="103619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2.</a:t>
            </a:r>
            <a:endParaRPr b="1" i="0" sz="1800" u="none" cap="none" strike="noStrike">
              <a:solidFill>
                <a:srgbClr val="FFFFFF"/>
              </a:solidFill>
              <a:latin typeface="Poppins"/>
              <a:ea typeface="Poppins"/>
              <a:cs typeface="Poppins"/>
              <a:sym typeface="Poppins"/>
            </a:endParaRPr>
          </a:p>
        </p:txBody>
      </p:sp>
      <p:sp>
        <p:nvSpPr>
          <p:cNvPr id="136" name="Google Shape;136;p29"/>
          <p:cNvSpPr txBox="1"/>
          <p:nvPr/>
        </p:nvSpPr>
        <p:spPr>
          <a:xfrm>
            <a:off x="5957308" y="2703629"/>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4.</a:t>
            </a:r>
            <a:endParaRPr b="1" i="0" sz="1800" u="none" cap="none" strike="noStrike">
              <a:solidFill>
                <a:srgbClr val="FFFFFF"/>
              </a:solidFill>
              <a:latin typeface="Poppins"/>
              <a:ea typeface="Poppins"/>
              <a:cs typeface="Poppins"/>
              <a:sym typeface="Poppins"/>
            </a:endParaRPr>
          </a:p>
        </p:txBody>
      </p:sp>
      <p:sp>
        <p:nvSpPr>
          <p:cNvPr id="137" name="Google Shape;137;p29"/>
          <p:cNvSpPr txBox="1"/>
          <p:nvPr/>
        </p:nvSpPr>
        <p:spPr>
          <a:xfrm>
            <a:off x="5978574" y="4057304"/>
            <a:ext cx="42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FFFFFF"/>
                </a:solidFill>
                <a:latin typeface="Poppins"/>
                <a:ea typeface="Poppins"/>
                <a:cs typeface="Poppins"/>
                <a:sym typeface="Poppins"/>
              </a:rPr>
              <a:t>6.</a:t>
            </a:r>
            <a:endParaRPr b="1" i="0" sz="1800" u="none" cap="none" strike="noStrike">
              <a:solidFill>
                <a:srgbClr val="FFFFFF"/>
              </a:solidFill>
              <a:latin typeface="Poppins"/>
              <a:ea typeface="Poppins"/>
              <a:cs typeface="Poppins"/>
              <a:sym typeface="Poppins"/>
            </a:endParaRPr>
          </a:p>
        </p:txBody>
      </p:sp>
      <p:pic>
        <p:nvPicPr>
          <p:cNvPr id="138" name="Google Shape;138;p29"/>
          <p:cNvPicPr preferRelativeResize="0"/>
          <p:nvPr/>
        </p:nvPicPr>
        <p:blipFill rotWithShape="1">
          <a:blip r:embed="rId5">
            <a:alphaModFix/>
          </a:blip>
          <a:srcRect b="0" l="0" r="0" t="0"/>
          <a:stretch/>
        </p:blipFill>
        <p:spPr>
          <a:xfrm>
            <a:off x="119398" y="114505"/>
            <a:ext cx="548700" cy="3889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09F"/>
        </a:solidFill>
      </p:bgPr>
    </p:bg>
    <p:spTree>
      <p:nvGrpSpPr>
        <p:cNvPr id="142" name="Shape 142"/>
        <p:cNvGrpSpPr/>
        <p:nvPr/>
      </p:nvGrpSpPr>
      <p:grpSpPr>
        <a:xfrm>
          <a:off x="0" y="0"/>
          <a:ext cx="0" cy="0"/>
          <a:chOff x="0" y="0"/>
          <a:chExt cx="0" cy="0"/>
        </a:xfrm>
      </p:grpSpPr>
      <p:pic>
        <p:nvPicPr>
          <p:cNvPr id="143" name="Google Shape;143;p30"/>
          <p:cNvPicPr preferRelativeResize="0"/>
          <p:nvPr/>
        </p:nvPicPr>
        <p:blipFill rotWithShape="1">
          <a:blip r:embed="rId3">
            <a:alphaModFix/>
          </a:blip>
          <a:srcRect b="0" l="0" r="0" t="0"/>
          <a:stretch/>
        </p:blipFill>
        <p:spPr>
          <a:xfrm>
            <a:off x="2874010" y="1392406"/>
            <a:ext cx="3360338" cy="2925862"/>
          </a:xfrm>
          <a:prstGeom prst="rect">
            <a:avLst/>
          </a:prstGeom>
          <a:noFill/>
          <a:ln>
            <a:noFill/>
          </a:ln>
        </p:spPr>
      </p:pic>
      <p:sp>
        <p:nvSpPr>
          <p:cNvPr id="144" name="Google Shape;144;p30"/>
          <p:cNvSpPr txBox="1"/>
          <p:nvPr/>
        </p:nvSpPr>
        <p:spPr>
          <a:xfrm>
            <a:off x="2259727" y="893230"/>
            <a:ext cx="4624500" cy="774900"/>
          </a:xfrm>
          <a:prstGeom prst="rect">
            <a:avLst/>
          </a:prstGeom>
          <a:noFill/>
          <a:ln>
            <a:noFill/>
          </a:ln>
        </p:spPr>
        <p:txBody>
          <a:bodyPr anchorCtr="0" anchor="ctr" bIns="91425" lIns="91425" spcFirstLastPara="1" rIns="91425" wrap="square" tIns="91425">
            <a:noAutofit/>
          </a:bodyPr>
          <a:lstStyle/>
          <a:p>
            <a:pPr indent="0" lvl="1" marL="457200" rtl="0" algn="ctr">
              <a:spcBef>
                <a:spcPts val="0"/>
              </a:spcBef>
              <a:spcAft>
                <a:spcPts val="0"/>
              </a:spcAft>
              <a:buNone/>
            </a:pPr>
            <a:r>
              <a:rPr b="1" lang="es" sz="1600">
                <a:solidFill>
                  <a:srgbClr val="FFFFFF"/>
                </a:solidFill>
                <a:latin typeface="Poppins"/>
                <a:ea typeface="Poppins"/>
                <a:cs typeface="Poppins"/>
                <a:sym typeface="Poppins"/>
              </a:rPr>
              <a:t>PREPARA TU ENTORNO Y PONTE CÓMODO PARA TRABAJAR</a:t>
            </a:r>
            <a:br>
              <a:rPr b="1" lang="es" sz="1600">
                <a:solidFill>
                  <a:srgbClr val="FFFFFF"/>
                </a:solidFill>
                <a:latin typeface="Poppins"/>
                <a:ea typeface="Poppins"/>
                <a:cs typeface="Poppins"/>
                <a:sym typeface="Poppins"/>
              </a:rPr>
            </a:br>
            <a:endParaRPr b="1" sz="1600">
              <a:solidFill>
                <a:srgbClr val="FFFFFF"/>
              </a:solidFill>
              <a:latin typeface="Poppins"/>
              <a:ea typeface="Poppins"/>
              <a:cs typeface="Poppins"/>
              <a:sym typeface="Poppins"/>
            </a:endParaRPr>
          </a:p>
        </p:txBody>
      </p:sp>
      <p:pic>
        <p:nvPicPr>
          <p:cNvPr id="145" name="Google Shape;145;p30"/>
          <p:cNvPicPr preferRelativeResize="0"/>
          <p:nvPr/>
        </p:nvPicPr>
        <p:blipFill rotWithShape="1">
          <a:blip r:embed="rId4">
            <a:alphaModFix/>
          </a:blip>
          <a:srcRect b="0" l="0" r="0" t="0"/>
          <a:stretch/>
        </p:blipFill>
        <p:spPr>
          <a:xfrm>
            <a:off x="8185002" y="63549"/>
            <a:ext cx="819695" cy="491233"/>
          </a:xfrm>
          <a:prstGeom prst="rect">
            <a:avLst/>
          </a:prstGeom>
          <a:noFill/>
          <a:ln>
            <a:noFill/>
          </a:ln>
        </p:spPr>
      </p:pic>
      <p:sp>
        <p:nvSpPr>
          <p:cNvPr id="146" name="Google Shape;146;p30"/>
          <p:cNvSpPr txBox="1"/>
          <p:nvPr/>
        </p:nvSpPr>
        <p:spPr>
          <a:xfrm>
            <a:off x="189130" y="4801377"/>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31"/>
          <p:cNvSpPr txBox="1"/>
          <p:nvPr>
            <p:ph type="ctrTitle"/>
          </p:nvPr>
        </p:nvSpPr>
        <p:spPr>
          <a:xfrm>
            <a:off x="3136050" y="85725"/>
            <a:ext cx="2871900" cy="771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s" sz="3980">
                <a:solidFill>
                  <a:srgbClr val="0233AE"/>
                </a:solidFill>
                <a:latin typeface="Poppins"/>
                <a:ea typeface="Poppins"/>
                <a:cs typeface="Poppins"/>
                <a:sym typeface="Poppins"/>
              </a:rPr>
              <a:t>Encuesta </a:t>
            </a:r>
            <a:endParaRPr b="1" sz="3980">
              <a:solidFill>
                <a:srgbClr val="0233AE"/>
              </a:solidFill>
              <a:latin typeface="Poppins"/>
              <a:ea typeface="Poppins"/>
              <a:cs typeface="Poppins"/>
              <a:sym typeface="Poppins"/>
            </a:endParaRPr>
          </a:p>
        </p:txBody>
      </p:sp>
      <p:pic>
        <p:nvPicPr>
          <p:cNvPr id="152" name="Google Shape;152;p31"/>
          <p:cNvPicPr preferRelativeResize="0"/>
          <p:nvPr/>
        </p:nvPicPr>
        <p:blipFill>
          <a:blip r:embed="rId3">
            <a:alphaModFix/>
          </a:blip>
          <a:stretch>
            <a:fillRect/>
          </a:stretch>
        </p:blipFill>
        <p:spPr>
          <a:xfrm>
            <a:off x="2717050" y="952575"/>
            <a:ext cx="3709900" cy="3709900"/>
          </a:xfrm>
          <a:prstGeom prst="rect">
            <a:avLst/>
          </a:prstGeom>
          <a:noFill/>
          <a:ln>
            <a:noFill/>
          </a:ln>
        </p:spPr>
      </p:pic>
      <p:pic>
        <p:nvPicPr>
          <p:cNvPr id="153" name="Google Shape;153;p31"/>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grpSp>
        <p:nvGrpSpPr>
          <p:cNvPr id="154" name="Google Shape;154;p31"/>
          <p:cNvGrpSpPr/>
          <p:nvPr/>
        </p:nvGrpSpPr>
        <p:grpSpPr>
          <a:xfrm>
            <a:off x="-126275" y="4746700"/>
            <a:ext cx="9270322" cy="401792"/>
            <a:chOff x="0" y="-29340"/>
            <a:chExt cx="2901600" cy="5177731"/>
          </a:xfrm>
        </p:grpSpPr>
        <p:pic>
          <p:nvPicPr>
            <p:cNvPr id="155" name="Google Shape;155;p31"/>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56" name="Google Shape;156;p3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57" name="Google Shape;157;p3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grpSp>
        <p:nvGrpSpPr>
          <p:cNvPr id="158" name="Google Shape;158;p31"/>
          <p:cNvGrpSpPr/>
          <p:nvPr/>
        </p:nvGrpSpPr>
        <p:grpSpPr>
          <a:xfrm>
            <a:off x="26125" y="4899100"/>
            <a:ext cx="9270322" cy="401792"/>
            <a:chOff x="0" y="-29340"/>
            <a:chExt cx="2901600" cy="5177731"/>
          </a:xfrm>
        </p:grpSpPr>
        <p:pic>
          <p:nvPicPr>
            <p:cNvPr id="159" name="Google Shape;159;p31"/>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160" name="Google Shape;160;p3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61" name="Google Shape;161;p31"/>
          <p:cNvSpPr txBox="1"/>
          <p:nvPr/>
        </p:nvSpPr>
        <p:spPr>
          <a:xfrm>
            <a:off x="382355" y="49923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32"/>
          <p:cNvSpPr txBox="1"/>
          <p:nvPr/>
        </p:nvSpPr>
        <p:spPr>
          <a:xfrm>
            <a:off x="129409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 sz="4100">
                <a:solidFill>
                  <a:srgbClr val="11009C"/>
                </a:solidFill>
                <a:latin typeface="Poppins"/>
                <a:ea typeface="Poppins"/>
                <a:cs typeface="Poppins"/>
                <a:sym typeface="Poppins"/>
              </a:rPr>
              <a:t>ARTE SONORO</a:t>
            </a:r>
            <a:endParaRPr b="1" sz="4200">
              <a:solidFill>
                <a:srgbClr val="11009C"/>
              </a:solidFill>
              <a:latin typeface="Poppins"/>
              <a:ea typeface="Poppins"/>
              <a:cs typeface="Poppins"/>
              <a:sym typeface="Poppins"/>
            </a:endParaRPr>
          </a:p>
        </p:txBody>
      </p:sp>
      <p:sp>
        <p:nvSpPr>
          <p:cNvPr id="167" name="Google Shape;167;p32"/>
          <p:cNvSpPr txBox="1"/>
          <p:nvPr/>
        </p:nvSpPr>
        <p:spPr>
          <a:xfrm>
            <a:off x="2014488" y="1362525"/>
            <a:ext cx="5115000" cy="3278700"/>
          </a:xfrm>
          <a:prstGeom prst="rect">
            <a:avLst/>
          </a:prstGeom>
          <a:noFill/>
          <a:ln>
            <a:noFill/>
          </a:ln>
        </p:spPr>
        <p:txBody>
          <a:bodyPr anchorCtr="0" anchor="t" bIns="68575" lIns="68575" spcFirstLastPara="1" rIns="68575" wrap="square" tIns="68575">
            <a:spAutoFit/>
          </a:bodyPr>
          <a:lstStyle/>
          <a:p>
            <a:pPr indent="0" lvl="0" marL="0" rtl="0" algn="ctr">
              <a:lnSpc>
                <a:spcPct val="115000"/>
              </a:lnSpc>
              <a:spcBef>
                <a:spcPts val="0"/>
              </a:spcBef>
              <a:spcAft>
                <a:spcPts val="0"/>
              </a:spcAft>
              <a:buNone/>
            </a:pPr>
            <a:r>
              <a:rPr lang="es" sz="2000">
                <a:solidFill>
                  <a:srgbClr val="11009C"/>
                </a:solidFill>
                <a:latin typeface="Poppins"/>
                <a:ea typeface="Poppins"/>
                <a:cs typeface="Poppins"/>
                <a:sym typeface="Poppins"/>
              </a:rPr>
              <a:t>Sonido organizado en el espacio. No es solo música, no es solo sonido; del oyente sentado a un oyente que se mueve por el espacio, de la sala cerrada a cualquier lugar físico.</a:t>
            </a:r>
            <a:endParaRPr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rPr b="1" lang="es" sz="2000">
                <a:solidFill>
                  <a:srgbClr val="11009C"/>
                </a:solidFill>
                <a:latin typeface="Poppins"/>
                <a:ea typeface="Poppins"/>
                <a:cs typeface="Poppins"/>
                <a:sym typeface="Poppins"/>
              </a:rPr>
              <a:t> La escucha como una forma de ver.</a:t>
            </a:r>
            <a:endParaRPr b="1"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800"/>
              <a:buFont typeface="Arial"/>
              <a:buNone/>
            </a:pPr>
            <a:r>
              <a:t/>
            </a:r>
            <a:endParaRPr sz="2000">
              <a:solidFill>
                <a:srgbClr val="11009C"/>
              </a:solidFill>
              <a:latin typeface="Poppins"/>
              <a:ea typeface="Poppins"/>
              <a:cs typeface="Poppins"/>
              <a:sym typeface="Poppins"/>
            </a:endParaRPr>
          </a:p>
        </p:txBody>
      </p:sp>
      <p:sp>
        <p:nvSpPr>
          <p:cNvPr id="168" name="Google Shape;168;p32"/>
          <p:cNvSpPr/>
          <p:nvPr/>
        </p:nvSpPr>
        <p:spPr>
          <a:xfrm>
            <a:off x="146723" y="134125"/>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9" name="Google Shape;169;p32"/>
          <p:cNvSpPr/>
          <p:nvPr/>
        </p:nvSpPr>
        <p:spPr>
          <a:xfrm>
            <a:off x="7577403" y="3492425"/>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0" name="Google Shape;170;p32"/>
          <p:cNvSpPr/>
          <p:nvPr/>
        </p:nvSpPr>
        <p:spPr>
          <a:xfrm>
            <a:off x="146723" y="1059353"/>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1" name="Google Shape;171;p32"/>
          <p:cNvSpPr/>
          <p:nvPr/>
        </p:nvSpPr>
        <p:spPr>
          <a:xfrm>
            <a:off x="146723" y="1973214"/>
            <a:ext cx="1219800" cy="1219800"/>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2" name="Google Shape;172;p32"/>
          <p:cNvSpPr/>
          <p:nvPr/>
        </p:nvSpPr>
        <p:spPr>
          <a:xfrm rot="-6892186">
            <a:off x="1384918" y="4305221"/>
            <a:ext cx="1065729" cy="1027071"/>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173" name="Google Shape;173;p32"/>
          <p:cNvGrpSpPr/>
          <p:nvPr/>
        </p:nvGrpSpPr>
        <p:grpSpPr>
          <a:xfrm>
            <a:off x="-126275" y="4746700"/>
            <a:ext cx="9270322" cy="401792"/>
            <a:chOff x="0" y="-29340"/>
            <a:chExt cx="2901600" cy="5177731"/>
          </a:xfrm>
        </p:grpSpPr>
        <p:pic>
          <p:nvPicPr>
            <p:cNvPr id="174" name="Google Shape;174;p32"/>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175" name="Google Shape;175;p3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176" name="Google Shape;176;p3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177" name="Google Shape;177;p32"/>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id="183" name="Google Shape;183;p33" title="Zimoun Artist - Sound Sculptures">
            <a:hlinkClick r:id="rId3"/>
          </p:cNvPr>
          <p:cNvPicPr preferRelativeResize="0"/>
          <p:nvPr/>
        </p:nvPicPr>
        <p:blipFill>
          <a:blip r:embed="rId4">
            <a:alphaModFix/>
          </a:blip>
          <a:stretch>
            <a:fillRect/>
          </a:stretch>
        </p:blipFill>
        <p:spPr>
          <a:xfrm>
            <a:off x="-180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descr="Descubre Robot Rock Band, un instrumento electromagnético que hace música con rocas." id="189" name="Google Shape;189;p34" title="Robot Rock Band por Neil Mendoza">
            <a:hlinkClick r:id="rId3"/>
          </p:cNvPr>
          <p:cNvPicPr preferRelativeResize="0"/>
          <p:nvPr/>
        </p:nvPicPr>
        <p:blipFill>
          <a:blip r:embed="rId4">
            <a:alphaModFix/>
          </a:blip>
          <a:stretch>
            <a:fillRect/>
          </a:stretch>
        </p:blipFill>
        <p:spPr>
          <a:xfrm>
            <a:off x="-180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35"/>
          <p:cNvSpPr txBox="1"/>
          <p:nvPr/>
        </p:nvSpPr>
        <p:spPr>
          <a:xfrm>
            <a:off x="129409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4100">
                <a:solidFill>
                  <a:srgbClr val="11009C"/>
                </a:solidFill>
                <a:latin typeface="Poppins SemiBold"/>
                <a:ea typeface="Poppins SemiBold"/>
                <a:cs typeface="Poppins SemiBold"/>
                <a:sym typeface="Poppins SemiBold"/>
              </a:rPr>
              <a:t>ARTE INTERACTIVO</a:t>
            </a:r>
            <a:endParaRPr sz="4200">
              <a:solidFill>
                <a:srgbClr val="11009C"/>
              </a:solidFill>
              <a:latin typeface="Poppins SemiBold"/>
              <a:ea typeface="Poppins SemiBold"/>
              <a:cs typeface="Poppins SemiBold"/>
              <a:sym typeface="Poppins SemiBold"/>
            </a:endParaRPr>
          </a:p>
        </p:txBody>
      </p:sp>
      <p:sp>
        <p:nvSpPr>
          <p:cNvPr id="195" name="Google Shape;195;p35"/>
          <p:cNvSpPr txBox="1"/>
          <p:nvPr/>
        </p:nvSpPr>
        <p:spPr>
          <a:xfrm>
            <a:off x="2020700" y="1165200"/>
            <a:ext cx="5115000" cy="3855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Clr>
                <a:schemeClr val="dk1"/>
              </a:buClr>
              <a:buFont typeface="Arial"/>
              <a:buNone/>
            </a:pPr>
            <a:r>
              <a:rPr b="1" lang="es" sz="1600">
                <a:solidFill>
                  <a:srgbClr val="11009C"/>
                </a:solidFill>
                <a:latin typeface="Poppins"/>
                <a:ea typeface="Poppins"/>
                <a:cs typeface="Poppins"/>
                <a:sym typeface="Poppins"/>
              </a:rPr>
              <a:t>INTERACTIVO</a:t>
            </a:r>
            <a:r>
              <a:rPr lang="es" sz="1600">
                <a:solidFill>
                  <a:srgbClr val="11009C"/>
                </a:solidFill>
                <a:latin typeface="Poppins SemiBold"/>
                <a:ea typeface="Poppins SemiBold"/>
                <a:cs typeface="Poppins SemiBold"/>
                <a:sym typeface="Poppins SemiBold"/>
              </a:rPr>
              <a:t>: </a:t>
            </a:r>
            <a:r>
              <a:rPr lang="es" sz="1600">
                <a:solidFill>
                  <a:srgbClr val="11009C"/>
                </a:solidFill>
                <a:latin typeface="Poppins"/>
                <a:ea typeface="Poppins"/>
                <a:cs typeface="Poppins"/>
                <a:sym typeface="Poppins"/>
              </a:rPr>
              <a:t>Que produce una interacción.</a:t>
            </a:r>
            <a:endParaRPr sz="1600">
              <a:solidFill>
                <a:srgbClr val="11009C"/>
              </a:solidFill>
              <a:latin typeface="Poppins"/>
              <a:ea typeface="Poppins"/>
              <a:cs typeface="Poppins"/>
              <a:sym typeface="Poppins"/>
            </a:endParaRPr>
          </a:p>
          <a:p>
            <a:pPr indent="0" lvl="0" marL="0" rtl="0" algn="ctr">
              <a:spcBef>
                <a:spcPts val="0"/>
              </a:spcBef>
              <a:spcAft>
                <a:spcPts val="0"/>
              </a:spcAft>
              <a:buClr>
                <a:schemeClr val="dk1"/>
              </a:buClr>
              <a:buFont typeface="Arial"/>
              <a:buNone/>
            </a:pPr>
            <a:r>
              <a:t/>
            </a:r>
            <a:endParaRPr sz="1600">
              <a:solidFill>
                <a:srgbClr val="11009C"/>
              </a:solidFill>
              <a:latin typeface="Poppins SemiBold"/>
              <a:ea typeface="Poppins SemiBold"/>
              <a:cs typeface="Poppins SemiBold"/>
              <a:sym typeface="Poppins SemiBold"/>
            </a:endParaRPr>
          </a:p>
          <a:p>
            <a:pPr indent="0" lvl="0" marL="0" rtl="0" algn="ctr">
              <a:spcBef>
                <a:spcPts val="0"/>
              </a:spcBef>
              <a:spcAft>
                <a:spcPts val="0"/>
              </a:spcAft>
              <a:buClr>
                <a:schemeClr val="dk1"/>
              </a:buClr>
              <a:buFont typeface="Arial"/>
              <a:buNone/>
            </a:pPr>
            <a:r>
              <a:rPr b="1" lang="es" sz="1600">
                <a:solidFill>
                  <a:srgbClr val="11009C"/>
                </a:solidFill>
                <a:latin typeface="Poppins"/>
                <a:ea typeface="Poppins"/>
                <a:cs typeface="Poppins"/>
                <a:sym typeface="Poppins"/>
              </a:rPr>
              <a:t>INTERACCIÓN</a:t>
            </a:r>
            <a:r>
              <a:rPr lang="es" sz="1600">
                <a:solidFill>
                  <a:srgbClr val="11009C"/>
                </a:solidFill>
                <a:latin typeface="Poppins SemiBold"/>
                <a:ea typeface="Poppins SemiBold"/>
                <a:cs typeface="Poppins SemiBold"/>
                <a:sym typeface="Poppins SemiBold"/>
              </a:rPr>
              <a:t>: </a:t>
            </a:r>
            <a:r>
              <a:rPr lang="es" sz="1600">
                <a:solidFill>
                  <a:srgbClr val="11009C"/>
                </a:solidFill>
                <a:latin typeface="Poppins"/>
                <a:ea typeface="Poppins"/>
                <a:cs typeface="Poppins"/>
                <a:sym typeface="Poppins"/>
              </a:rPr>
              <a:t>Acción que se ejerce </a:t>
            </a:r>
            <a:r>
              <a:rPr lang="es" sz="1600" u="sng">
                <a:solidFill>
                  <a:srgbClr val="11009C"/>
                </a:solidFill>
                <a:latin typeface="Poppins"/>
                <a:ea typeface="Poppins"/>
                <a:cs typeface="Poppins"/>
                <a:sym typeface="Poppins"/>
              </a:rPr>
              <a:t>recíprocamente </a:t>
            </a:r>
            <a:r>
              <a:rPr lang="es" sz="1600">
                <a:solidFill>
                  <a:srgbClr val="11009C"/>
                </a:solidFill>
                <a:latin typeface="Poppins"/>
                <a:ea typeface="Poppins"/>
                <a:cs typeface="Poppins"/>
                <a:sym typeface="Poppins"/>
              </a:rPr>
              <a:t>entre 2 o </a:t>
            </a:r>
            <a:r>
              <a:rPr lang="es" sz="1600">
                <a:solidFill>
                  <a:srgbClr val="11009C"/>
                </a:solidFill>
                <a:latin typeface="Poppins"/>
                <a:ea typeface="Poppins"/>
                <a:cs typeface="Poppins"/>
                <a:sym typeface="Poppins"/>
              </a:rPr>
              <a:t>más</a:t>
            </a:r>
            <a:r>
              <a:rPr lang="es" sz="1600">
                <a:solidFill>
                  <a:srgbClr val="11009C"/>
                </a:solidFill>
                <a:latin typeface="Poppins"/>
                <a:ea typeface="Poppins"/>
                <a:cs typeface="Poppins"/>
                <a:sym typeface="Poppins"/>
              </a:rPr>
              <a:t> objetos, </a:t>
            </a:r>
            <a:r>
              <a:rPr lang="es" sz="1600">
                <a:solidFill>
                  <a:srgbClr val="11009C"/>
                </a:solidFill>
                <a:latin typeface="Poppins"/>
                <a:ea typeface="Poppins"/>
                <a:cs typeface="Poppins"/>
                <a:sym typeface="Poppins"/>
              </a:rPr>
              <a:t>agentes</a:t>
            </a:r>
            <a:r>
              <a:rPr lang="es" sz="1600">
                <a:solidFill>
                  <a:srgbClr val="11009C"/>
                </a:solidFill>
                <a:latin typeface="Poppins"/>
                <a:ea typeface="Poppins"/>
                <a:cs typeface="Poppins"/>
                <a:sym typeface="Poppins"/>
              </a:rPr>
              <a:t>, fuerzas, funciones, etc.</a:t>
            </a:r>
            <a:endParaRPr sz="1600">
              <a:solidFill>
                <a:srgbClr val="11009C"/>
              </a:solidFill>
              <a:latin typeface="Poppins"/>
              <a:ea typeface="Poppins"/>
              <a:cs typeface="Poppins"/>
              <a:sym typeface="Poppins"/>
            </a:endParaRPr>
          </a:p>
          <a:p>
            <a:pPr indent="0" lvl="0" marL="0" rtl="0" algn="ctr">
              <a:spcBef>
                <a:spcPts val="0"/>
              </a:spcBef>
              <a:spcAft>
                <a:spcPts val="0"/>
              </a:spcAft>
              <a:buClr>
                <a:schemeClr val="dk1"/>
              </a:buClr>
              <a:buFont typeface="Arial"/>
              <a:buNone/>
            </a:pPr>
            <a:r>
              <a:t/>
            </a:r>
            <a:endParaRPr sz="1600">
              <a:solidFill>
                <a:srgbClr val="11009C"/>
              </a:solidFill>
              <a:latin typeface="Poppins SemiBold"/>
              <a:ea typeface="Poppins SemiBold"/>
              <a:cs typeface="Poppins SemiBold"/>
              <a:sym typeface="Poppins SemiBold"/>
            </a:endParaRPr>
          </a:p>
          <a:p>
            <a:pPr indent="0" lvl="0" marL="0" rtl="0" algn="ctr">
              <a:spcBef>
                <a:spcPts val="0"/>
              </a:spcBef>
              <a:spcAft>
                <a:spcPts val="0"/>
              </a:spcAft>
              <a:buClr>
                <a:schemeClr val="dk1"/>
              </a:buClr>
              <a:buFont typeface="Arial"/>
              <a:buNone/>
            </a:pPr>
            <a:r>
              <a:rPr b="1" lang="es" sz="1600">
                <a:solidFill>
                  <a:srgbClr val="11009C"/>
                </a:solidFill>
                <a:latin typeface="Poppins"/>
                <a:ea typeface="Poppins"/>
                <a:cs typeface="Poppins"/>
                <a:sym typeface="Poppins"/>
              </a:rPr>
              <a:t>REACCIÓN</a:t>
            </a:r>
            <a:r>
              <a:rPr lang="es" sz="1600">
                <a:solidFill>
                  <a:srgbClr val="11009C"/>
                </a:solidFill>
                <a:latin typeface="Poppins SemiBold"/>
                <a:ea typeface="Poppins SemiBold"/>
                <a:cs typeface="Poppins SemiBold"/>
                <a:sym typeface="Poppins SemiBold"/>
              </a:rPr>
              <a:t>: </a:t>
            </a:r>
            <a:r>
              <a:rPr lang="es" sz="1600">
                <a:solidFill>
                  <a:srgbClr val="11009C"/>
                </a:solidFill>
                <a:latin typeface="Poppins"/>
                <a:ea typeface="Poppins"/>
                <a:cs typeface="Poppins"/>
                <a:sym typeface="Poppins"/>
              </a:rPr>
              <a:t>Acción que resiste o se opone a otra acción, obrando en sentido contrario a ella; Forma en que alguien o algo se comporta ante un determinado estímulo. </a:t>
            </a:r>
            <a:endParaRPr sz="1600">
              <a:solidFill>
                <a:srgbClr val="11009C"/>
              </a:solidFill>
              <a:latin typeface="Poppins"/>
              <a:ea typeface="Poppins"/>
              <a:cs typeface="Poppins"/>
              <a:sym typeface="Poppins"/>
            </a:endParaRPr>
          </a:p>
          <a:p>
            <a:pPr indent="0" lvl="0" marL="0" rtl="0" algn="ctr">
              <a:spcBef>
                <a:spcPts val="0"/>
              </a:spcBef>
              <a:spcAft>
                <a:spcPts val="0"/>
              </a:spcAft>
              <a:buClr>
                <a:schemeClr val="dk1"/>
              </a:buClr>
              <a:buFont typeface="Arial"/>
              <a:buNone/>
            </a:pPr>
            <a:r>
              <a:t/>
            </a:r>
            <a:endParaRPr sz="1600">
              <a:solidFill>
                <a:srgbClr val="11009C"/>
              </a:solidFill>
              <a:latin typeface="Poppins SemiBold"/>
              <a:ea typeface="Poppins SemiBold"/>
              <a:cs typeface="Poppins SemiBold"/>
              <a:sym typeface="Poppins SemiBold"/>
            </a:endParaRPr>
          </a:p>
          <a:p>
            <a:pPr indent="0" lvl="0" marL="0" rtl="0" algn="ctr">
              <a:spcBef>
                <a:spcPts val="0"/>
              </a:spcBef>
              <a:spcAft>
                <a:spcPts val="0"/>
              </a:spcAft>
              <a:buClr>
                <a:schemeClr val="dk1"/>
              </a:buClr>
              <a:buFont typeface="Arial"/>
              <a:buNone/>
            </a:pPr>
            <a:r>
              <a:rPr b="1" lang="es" sz="1600">
                <a:solidFill>
                  <a:srgbClr val="11009C"/>
                </a:solidFill>
                <a:latin typeface="Poppins"/>
                <a:ea typeface="Poppins"/>
                <a:cs typeface="Poppins"/>
                <a:sym typeface="Poppins"/>
              </a:rPr>
              <a:t>REACTIVO</a:t>
            </a:r>
            <a:r>
              <a:rPr lang="es" sz="1600">
                <a:solidFill>
                  <a:srgbClr val="11009C"/>
                </a:solidFill>
                <a:latin typeface="Poppins SemiBold"/>
                <a:ea typeface="Poppins SemiBold"/>
                <a:cs typeface="Poppins SemiBold"/>
                <a:sym typeface="Poppins SemiBold"/>
              </a:rPr>
              <a:t>:</a:t>
            </a:r>
            <a:r>
              <a:rPr lang="es" sz="1600">
                <a:solidFill>
                  <a:srgbClr val="11009C"/>
                </a:solidFill>
                <a:latin typeface="Poppins"/>
                <a:ea typeface="Poppins"/>
                <a:cs typeface="Poppins"/>
                <a:sym typeface="Poppins"/>
              </a:rPr>
              <a:t> Que produce una reacción.</a:t>
            </a:r>
            <a:endParaRPr sz="23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t/>
            </a:r>
            <a:endParaRPr sz="23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t/>
            </a:r>
            <a:endParaRPr sz="2300">
              <a:solidFill>
                <a:srgbClr val="11009C"/>
              </a:solidFill>
              <a:latin typeface="Poppins"/>
              <a:ea typeface="Poppins"/>
              <a:cs typeface="Poppins"/>
              <a:sym typeface="Poppins"/>
            </a:endParaRPr>
          </a:p>
        </p:txBody>
      </p:sp>
      <p:sp>
        <p:nvSpPr>
          <p:cNvPr id="196" name="Google Shape;196;p35"/>
          <p:cNvSpPr/>
          <p:nvPr/>
        </p:nvSpPr>
        <p:spPr>
          <a:xfrm rot="858579">
            <a:off x="7899707" y="700788"/>
            <a:ext cx="1219847" cy="1219847"/>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7" name="Google Shape;197;p35"/>
          <p:cNvSpPr/>
          <p:nvPr/>
        </p:nvSpPr>
        <p:spPr>
          <a:xfrm>
            <a:off x="2972053" y="4533475"/>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35"/>
          <p:cNvSpPr/>
          <p:nvPr/>
        </p:nvSpPr>
        <p:spPr>
          <a:xfrm rot="858579">
            <a:off x="7670936" y="1597287"/>
            <a:ext cx="1219847" cy="1219847"/>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9" name="Google Shape;199;p35"/>
          <p:cNvSpPr/>
          <p:nvPr/>
        </p:nvSpPr>
        <p:spPr>
          <a:xfrm rot="858579">
            <a:off x="7444975" y="2482772"/>
            <a:ext cx="1219847" cy="1219847"/>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0" name="Google Shape;200;p35"/>
          <p:cNvSpPr/>
          <p:nvPr/>
        </p:nvSpPr>
        <p:spPr>
          <a:xfrm rot="351879">
            <a:off x="229717" y="283887"/>
            <a:ext cx="1065778" cy="1026852"/>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1" name="Google Shape;201;p35"/>
          <p:cNvSpPr/>
          <p:nvPr/>
        </p:nvSpPr>
        <p:spPr>
          <a:xfrm rot="-4571437">
            <a:off x="229706" y="3616894"/>
            <a:ext cx="1065807" cy="1027171"/>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202" name="Google Shape;202;p35"/>
          <p:cNvGrpSpPr/>
          <p:nvPr/>
        </p:nvGrpSpPr>
        <p:grpSpPr>
          <a:xfrm>
            <a:off x="-126275" y="4746700"/>
            <a:ext cx="9270322" cy="401792"/>
            <a:chOff x="0" y="-29340"/>
            <a:chExt cx="2901600" cy="5177731"/>
          </a:xfrm>
        </p:grpSpPr>
        <p:pic>
          <p:nvPicPr>
            <p:cNvPr id="203" name="Google Shape;203;p35"/>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204" name="Google Shape;204;p3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05" name="Google Shape;205;p3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06" name="Google Shape;206;p35"/>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descr="---&#10;Folgt uns auf Social Media:&#10;Facebook: https://de-de.facebook.com/zkmkarlsruhe&#10;Instagram: https://www.instagram.com/zkmkarlsruhe&#10;Twitter: https://twitter.com/zkmkarlsruhe&#10;Telegram: https://t.me/zkmkarlsruhe&#10;&#10;und besucht unsere Website: https://zkm.de" id="212" name="Google Shape;212;p36" title="Scenocosme | Akousmaflore. Sensitive and interactive musical plants">
            <a:hlinkClick r:id="rId3"/>
          </p:cNvPr>
          <p:cNvPicPr preferRelativeResize="0"/>
          <p:nvPr/>
        </p:nvPicPr>
        <p:blipFill>
          <a:blip r:embed="rId4">
            <a:alphaModFix/>
          </a:blip>
          <a:stretch>
            <a:fillRect/>
          </a:stretch>
        </p:blipFill>
        <p:spPr>
          <a:xfrm>
            <a:off x="-180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descr="---&#10;Folgt uns auf Social Media:&#10;Facebook: https://de-de.facebook.com/zkmkarlsruhe&#10;Instagram: https://www.instagram.com/zkmkarlsruhe&#10;Twitter: https://twitter.com/zkmkarlsruhe&#10;Telegram: https://t.me/zkmkarlsruhe&#10;&#10;und besucht unsere Website: https://zkm.de" id="218" name="Google Shape;218;p37" title="Christa Sommerer, Laurent Mignonneau | The Interactive Plant Growing">
            <a:hlinkClick r:id="rId3"/>
          </p:cNvPr>
          <p:cNvPicPr preferRelativeResize="0"/>
          <p:nvPr/>
        </p:nvPicPr>
        <p:blipFill>
          <a:blip r:embed="rId4">
            <a:alphaModFix/>
          </a:blip>
          <a:stretch>
            <a:fillRect/>
          </a:stretch>
        </p:blipFill>
        <p:spPr>
          <a:xfrm>
            <a:off x="-180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id="224" name="Google Shape;224;p38"/>
          <p:cNvPicPr preferRelativeResize="0"/>
          <p:nvPr/>
        </p:nvPicPr>
        <p:blipFill>
          <a:blip r:embed="rId3">
            <a:alphaModFix/>
          </a:blip>
          <a:stretch>
            <a:fillRect/>
          </a:stretch>
        </p:blipFill>
        <p:spPr>
          <a:xfrm>
            <a:off x="1491175" y="152400"/>
            <a:ext cx="6161640" cy="4838699"/>
          </a:xfrm>
          <a:prstGeom prst="rect">
            <a:avLst/>
          </a:prstGeom>
          <a:noFill/>
          <a:ln>
            <a:noFill/>
          </a:ln>
        </p:spPr>
      </p:pic>
      <p:pic>
        <p:nvPicPr>
          <p:cNvPr descr="Tune into nature with PlantWave. (http://plantwave.com)&#10;While we normally use PlantWave to listen to plants, in this video we visit Kealia Forest Reserve to listen to mushrooms.&#10;&#10;The mushrooms on this tree are connected to a PlantWave, which is translates data from biological systems into notes. The notes are streamed to a phone with the PlantWave app, containing instruments. You will notice different patterns in each mushroom as we switch between. Notice that, unlike previous videos with plants, the mushrooms seem to create more of a steady drone, indicating much less activity or shifts in conductivity.&#10;&#10;NOTES ON THE SOUNDSET&#10;The instruments being played by the plant in this video are part of a Soundset called Celestial Being. This is a versatile and expressive set of instruments including electrical piano, bass, chimes and flute. Musical output can range from Eastern pastoral themes to ambient free jazz.&#10;&#10;This music is best for:&#10;-Getting to know a new plant&#10;-Creating atmosphere&#10;-Longer listening sessions&#10;-Touch interaction &#10;&#10;&#10;Learn More about Plant Music:&#10;Get PlantWave: http://plantwave.com&#10;Get the PlantWave App: http://plantwave.com/app&#10;Have Questions?: http://plantwave.com/faq" id="225" name="Google Shape;225;p38" title="Mushroom Music with PlantWave at Kealia Forest Reserve">
            <a:hlinkClick r:id="rId4"/>
          </p:cNvPr>
          <p:cNvPicPr preferRelativeResize="0"/>
          <p:nvPr/>
        </p:nvPicPr>
        <p:blipFill>
          <a:blip r:embed="rId5">
            <a:alphaModFix/>
          </a:blip>
          <a:stretch>
            <a:fillRect/>
          </a:stretch>
        </p:blipFill>
        <p:spPr>
          <a:xfrm>
            <a:off x="4247850" y="1713400"/>
            <a:ext cx="3253875" cy="1830300"/>
          </a:xfrm>
          <a:prstGeom prst="rect">
            <a:avLst/>
          </a:prstGeom>
          <a:noFill/>
          <a:ln>
            <a:noFill/>
          </a:ln>
        </p:spPr>
      </p:pic>
      <p:pic>
        <p:nvPicPr>
          <p:cNvPr id="226" name="Google Shape;226;p38"/>
          <p:cNvPicPr preferRelativeResize="0"/>
          <p:nvPr/>
        </p:nvPicPr>
        <p:blipFill rotWithShape="1">
          <a:blip r:embed="rId6">
            <a:alphaModFix/>
          </a:blip>
          <a:srcRect b="21938" l="9222" r="8365" t="22367"/>
          <a:stretch/>
        </p:blipFill>
        <p:spPr>
          <a:xfrm>
            <a:off x="8256352" y="156884"/>
            <a:ext cx="677000" cy="304549"/>
          </a:xfrm>
          <a:prstGeom prst="rect">
            <a:avLst/>
          </a:prstGeom>
          <a:noFill/>
          <a:ln>
            <a:noFill/>
          </a:ln>
        </p:spPr>
      </p:pic>
      <p:grpSp>
        <p:nvGrpSpPr>
          <p:cNvPr id="227" name="Google Shape;227;p38"/>
          <p:cNvGrpSpPr/>
          <p:nvPr/>
        </p:nvGrpSpPr>
        <p:grpSpPr>
          <a:xfrm>
            <a:off x="-126275" y="4746700"/>
            <a:ext cx="9270322" cy="401792"/>
            <a:chOff x="0" y="-29340"/>
            <a:chExt cx="2901600" cy="5177731"/>
          </a:xfrm>
        </p:grpSpPr>
        <p:pic>
          <p:nvPicPr>
            <p:cNvPr id="228" name="Google Shape;228;p38"/>
            <p:cNvPicPr preferRelativeResize="0"/>
            <p:nvPr/>
          </p:nvPicPr>
          <p:blipFill rotWithShape="1">
            <a:blip r:embed="rId7">
              <a:alphaModFix/>
            </a:blip>
            <a:srcRect b="68756" l="25893" r="0" t="0"/>
            <a:stretch/>
          </p:blipFill>
          <p:spPr>
            <a:xfrm rot="5400000">
              <a:off x="-1130296" y="1116585"/>
              <a:ext cx="5172836" cy="2890776"/>
            </a:xfrm>
            <a:prstGeom prst="rect">
              <a:avLst/>
            </a:prstGeom>
            <a:noFill/>
            <a:ln>
              <a:noFill/>
            </a:ln>
          </p:spPr>
        </p:pic>
        <p:sp>
          <p:nvSpPr>
            <p:cNvPr id="229" name="Google Shape;229;p3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30" name="Google Shape;230;p3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nvSpPr>
        <p:spPr>
          <a:xfrm>
            <a:off x="0" y="0"/>
            <a:ext cx="22500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t/>
            </a:r>
            <a:endParaRPr sz="1100"/>
          </a:p>
        </p:txBody>
      </p:sp>
      <p:pic>
        <p:nvPicPr>
          <p:cNvPr id="236" name="Google Shape;236;p39"/>
          <p:cNvPicPr preferRelativeResize="0"/>
          <p:nvPr/>
        </p:nvPicPr>
        <p:blipFill>
          <a:blip r:embed="rId3">
            <a:alphaModFix/>
          </a:blip>
          <a:stretch>
            <a:fillRect/>
          </a:stretch>
        </p:blipFill>
        <p:spPr>
          <a:xfrm>
            <a:off x="475752" y="0"/>
            <a:ext cx="8192489" cy="5143499"/>
          </a:xfrm>
          <a:prstGeom prst="rect">
            <a:avLst/>
          </a:prstGeom>
          <a:noFill/>
          <a:ln>
            <a:noFill/>
          </a:ln>
        </p:spPr>
      </p:pic>
      <p:pic>
        <p:nvPicPr>
          <p:cNvPr id="237" name="Google Shape;237;p39"/>
          <p:cNvPicPr preferRelativeResize="0"/>
          <p:nvPr/>
        </p:nvPicPr>
        <p:blipFill>
          <a:blip r:embed="rId4">
            <a:alphaModFix/>
          </a:blip>
          <a:stretch>
            <a:fillRect/>
          </a:stretch>
        </p:blipFill>
        <p:spPr>
          <a:xfrm>
            <a:off x="4178625" y="2199201"/>
            <a:ext cx="5208226" cy="3463625"/>
          </a:xfrm>
          <a:prstGeom prst="rect">
            <a:avLst/>
          </a:prstGeom>
          <a:noFill/>
          <a:ln>
            <a:noFill/>
          </a:ln>
        </p:spPr>
      </p:pic>
      <p:pic>
        <p:nvPicPr>
          <p:cNvPr id="238" name="Google Shape;238;p39"/>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grpSp>
        <p:nvGrpSpPr>
          <p:cNvPr id="239" name="Google Shape;239;p39"/>
          <p:cNvGrpSpPr/>
          <p:nvPr/>
        </p:nvGrpSpPr>
        <p:grpSpPr>
          <a:xfrm>
            <a:off x="-126275" y="4746700"/>
            <a:ext cx="9270322" cy="401792"/>
            <a:chOff x="0" y="-29340"/>
            <a:chExt cx="2901600" cy="5177731"/>
          </a:xfrm>
        </p:grpSpPr>
        <p:pic>
          <p:nvPicPr>
            <p:cNvPr id="240" name="Google Shape;240;p39"/>
            <p:cNvPicPr preferRelativeResize="0"/>
            <p:nvPr/>
          </p:nvPicPr>
          <p:blipFill rotWithShape="1">
            <a:blip r:embed="rId6">
              <a:alphaModFix/>
            </a:blip>
            <a:srcRect b="68756" l="25893" r="0" t="0"/>
            <a:stretch/>
          </p:blipFill>
          <p:spPr>
            <a:xfrm rot="5400000">
              <a:off x="-1130296" y="1116585"/>
              <a:ext cx="5172836" cy="2890776"/>
            </a:xfrm>
            <a:prstGeom prst="rect">
              <a:avLst/>
            </a:prstGeom>
            <a:noFill/>
            <a:ln>
              <a:noFill/>
            </a:ln>
          </p:spPr>
        </p:pic>
        <p:sp>
          <p:nvSpPr>
            <p:cNvPr id="241" name="Google Shape;241;p3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42" name="Google Shape;242;p3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40"/>
          <p:cNvPicPr preferRelativeResize="0"/>
          <p:nvPr/>
        </p:nvPicPr>
        <p:blipFill>
          <a:blip r:embed="rId3">
            <a:alphaModFix/>
          </a:blip>
          <a:stretch>
            <a:fillRect/>
          </a:stretch>
        </p:blipFill>
        <p:spPr>
          <a:xfrm>
            <a:off x="4167674" y="281113"/>
            <a:ext cx="4656950" cy="4581275"/>
          </a:xfrm>
          <a:prstGeom prst="rect">
            <a:avLst/>
          </a:prstGeom>
          <a:noFill/>
          <a:ln>
            <a:noFill/>
          </a:ln>
        </p:spPr>
      </p:pic>
      <p:sp>
        <p:nvSpPr>
          <p:cNvPr id="248" name="Google Shape;248;p40"/>
          <p:cNvSpPr txBox="1"/>
          <p:nvPr/>
        </p:nvSpPr>
        <p:spPr>
          <a:xfrm>
            <a:off x="672347" y="2221656"/>
            <a:ext cx="65559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4100">
                <a:solidFill>
                  <a:srgbClr val="11009C"/>
                </a:solidFill>
                <a:latin typeface="Poppins"/>
                <a:ea typeface="Poppins"/>
                <a:cs typeface="Poppins"/>
                <a:sym typeface="Poppins"/>
              </a:rPr>
              <a:t>SOLUCIÓN</a:t>
            </a:r>
            <a:r>
              <a:rPr b="1" lang="es" sz="4100">
                <a:solidFill>
                  <a:srgbClr val="11009C"/>
                </a:solidFill>
                <a:latin typeface="Poppins"/>
                <a:ea typeface="Poppins"/>
                <a:cs typeface="Poppins"/>
                <a:sym typeface="Poppins"/>
              </a:rPr>
              <a:t>:</a:t>
            </a:r>
            <a:endParaRPr b="1" sz="4200">
              <a:solidFill>
                <a:srgbClr val="11009C"/>
              </a:solidFill>
              <a:latin typeface="Poppins"/>
              <a:ea typeface="Poppins"/>
              <a:cs typeface="Poppins"/>
              <a:sym typeface="Poppins"/>
            </a:endParaRPr>
          </a:p>
        </p:txBody>
      </p:sp>
      <p:grpSp>
        <p:nvGrpSpPr>
          <p:cNvPr id="249" name="Google Shape;249;p40"/>
          <p:cNvGrpSpPr/>
          <p:nvPr/>
        </p:nvGrpSpPr>
        <p:grpSpPr>
          <a:xfrm>
            <a:off x="-126275" y="4746700"/>
            <a:ext cx="9270322" cy="401792"/>
            <a:chOff x="0" y="-29340"/>
            <a:chExt cx="2901600" cy="5177731"/>
          </a:xfrm>
        </p:grpSpPr>
        <p:pic>
          <p:nvPicPr>
            <p:cNvPr id="250" name="Google Shape;250;p40"/>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51" name="Google Shape;251;p4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52" name="Google Shape;252;p4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53" name="Google Shape;253;p40"/>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Hello DIGITAL FRIENDS,&#10;&#10;Be honest with yourself, have you ever heard the sound of plants?&#10;In this video, I show you how to listen to plants with the help of a device (Arduino Uno). Better yet, you can make music with plants.&#10;For me, this is the best ARDUINO Project in 2021.&#10;I show you how plants sound and how they react to touch.&#10;Also, I did a lot of the music in the video along with a plant. I'm really happy that I discovered this incredible ARDUINO Project, the sounds are very special. If you want to listen to the whole track you can do that here:&#10;https://soundcloud.com/felbify/stranger-plants&#10;&#10;If you have a SoundCloud account you can download all of my tracks and use them for your content...your welcome :)&#10;&#10;If you are searching for the Arduino Code, I found the Code here:&#10;https://bit.ly/2LEUowC&#10;&#10;Here you can find the step by step instructions:&#10;https://bit.ly/3rmsXH9&#10;&#10;0:00 Cinematic Intro&#10;1:23 How it works&#10;2:50 The device&#10;3:20 Sound examples&#10;4:55 Further informations&#10;5:52 Stranger Plants (Music)&#10;&#10;@@@@@@@@@@@@@@@@@@@@@@@@@@@@@@@@@@@@@&#10;&#10;Subscribe to my channel if you want to see more:&#10;http://www.youtube.com/channel/UCq39Njy8LvD4luTpGNf75vQ?sub_confirmation=1&#10;&#10;Who is this guy?&#10;Hey, I'm Tobi, I'm from Germany and I love to try and learn new and challenging things. And I make videos about this journey. &#10;&#10;Find me on&#10;&#10;Instagram:     https://www.instagram.com/felbify/&#10;Facebook:      https://www.facebook.com/Felbify/&#10;Twitter:           https://twitter.com/Felbify1&#10;Soundcloud:  https://soundcloud.com/felbify" id="258" name="Google Shape;258;p41" title="The best ARDUINO PROJECT 2021? Music with plants | learn fast">
            <a:hlinkClick r:id="rId3"/>
          </p:cNvPr>
          <p:cNvPicPr preferRelativeResize="0"/>
          <p:nvPr/>
        </p:nvPicPr>
        <p:blipFill>
          <a:blip r:embed="rId4">
            <a:alphaModFix/>
          </a:blip>
          <a:stretch>
            <a:fillRect/>
          </a:stretch>
        </p:blipFill>
        <p:spPr>
          <a:xfrm>
            <a:off x="5404311" y="245175"/>
            <a:ext cx="2851139" cy="1603766"/>
          </a:xfrm>
          <a:prstGeom prst="rect">
            <a:avLst/>
          </a:prstGeom>
          <a:noFill/>
          <a:ln>
            <a:noFill/>
          </a:ln>
        </p:spPr>
      </p:pic>
      <p:pic>
        <p:nvPicPr>
          <p:cNvPr id="259" name="Google Shape;259;p41"/>
          <p:cNvPicPr preferRelativeResize="0"/>
          <p:nvPr/>
        </p:nvPicPr>
        <p:blipFill rotWithShape="1">
          <a:blip r:embed="rId5">
            <a:alphaModFix/>
          </a:blip>
          <a:srcRect b="10675" l="7551" r="8450" t="14306"/>
          <a:stretch/>
        </p:blipFill>
        <p:spPr>
          <a:xfrm>
            <a:off x="1111676" y="245175"/>
            <a:ext cx="3035701" cy="1603766"/>
          </a:xfrm>
          <a:prstGeom prst="rect">
            <a:avLst/>
          </a:prstGeom>
          <a:noFill/>
          <a:ln>
            <a:noFill/>
          </a:ln>
        </p:spPr>
      </p:pic>
      <p:sp>
        <p:nvSpPr>
          <p:cNvPr id="260" name="Google Shape;260;p41"/>
          <p:cNvSpPr/>
          <p:nvPr/>
        </p:nvSpPr>
        <p:spPr>
          <a:xfrm>
            <a:off x="4302929" y="828630"/>
            <a:ext cx="852300" cy="508500"/>
          </a:xfrm>
          <a:prstGeom prst="rightArrow">
            <a:avLst>
              <a:gd fmla="val 50000" name="adj1"/>
              <a:gd fmla="val 50000" name="adj2"/>
            </a:avLst>
          </a:prstGeom>
          <a:solidFill>
            <a:srgbClr val="1100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1" name="Google Shape;261;p41"/>
          <p:cNvPicPr preferRelativeResize="0"/>
          <p:nvPr/>
        </p:nvPicPr>
        <p:blipFill>
          <a:blip r:embed="rId6">
            <a:alphaModFix/>
          </a:blip>
          <a:stretch>
            <a:fillRect/>
          </a:stretch>
        </p:blipFill>
        <p:spPr>
          <a:xfrm>
            <a:off x="2457978" y="2052931"/>
            <a:ext cx="4542224" cy="2222957"/>
          </a:xfrm>
          <a:prstGeom prst="rect">
            <a:avLst/>
          </a:prstGeom>
          <a:noFill/>
          <a:ln>
            <a:noFill/>
          </a:ln>
        </p:spPr>
      </p:pic>
      <p:sp>
        <p:nvSpPr>
          <p:cNvPr id="262" name="Google Shape;262;p41"/>
          <p:cNvSpPr/>
          <p:nvPr/>
        </p:nvSpPr>
        <p:spPr>
          <a:xfrm rot="10800000">
            <a:off x="7155983" y="2188394"/>
            <a:ext cx="909600" cy="1043400"/>
          </a:xfrm>
          <a:prstGeom prst="bentArrow">
            <a:avLst>
              <a:gd fmla="val 25000" name="adj1"/>
              <a:gd fmla="val 25000" name="adj2"/>
              <a:gd fmla="val 25000" name="adj3"/>
              <a:gd fmla="val 43750" name="adj4"/>
            </a:avLst>
          </a:prstGeom>
          <a:solidFill>
            <a:srgbClr val="1100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41"/>
          <p:cNvPicPr preferRelativeResize="0"/>
          <p:nvPr/>
        </p:nvPicPr>
        <p:blipFill>
          <a:blip r:embed="rId7">
            <a:alphaModFix/>
          </a:blip>
          <a:stretch>
            <a:fillRect/>
          </a:stretch>
        </p:blipFill>
        <p:spPr>
          <a:xfrm rot="1905339">
            <a:off x="1130061" y="3406581"/>
            <a:ext cx="755014" cy="1132533"/>
          </a:xfrm>
          <a:prstGeom prst="rect">
            <a:avLst/>
          </a:prstGeom>
          <a:noFill/>
          <a:ln>
            <a:noFill/>
          </a:ln>
        </p:spPr>
      </p:pic>
      <p:grpSp>
        <p:nvGrpSpPr>
          <p:cNvPr id="264" name="Google Shape;264;p41"/>
          <p:cNvGrpSpPr/>
          <p:nvPr/>
        </p:nvGrpSpPr>
        <p:grpSpPr>
          <a:xfrm>
            <a:off x="-126275" y="4746700"/>
            <a:ext cx="9270322" cy="401792"/>
            <a:chOff x="0" y="-29340"/>
            <a:chExt cx="2901600" cy="5177731"/>
          </a:xfrm>
        </p:grpSpPr>
        <p:pic>
          <p:nvPicPr>
            <p:cNvPr id="265" name="Google Shape;265;p41"/>
            <p:cNvPicPr preferRelativeResize="0"/>
            <p:nvPr/>
          </p:nvPicPr>
          <p:blipFill rotWithShape="1">
            <a:blip r:embed="rId8">
              <a:alphaModFix/>
            </a:blip>
            <a:srcRect b="68756" l="25893" r="0" t="0"/>
            <a:stretch/>
          </p:blipFill>
          <p:spPr>
            <a:xfrm rot="5400000">
              <a:off x="-1130296" y="1116585"/>
              <a:ext cx="5172836" cy="2890776"/>
            </a:xfrm>
            <a:prstGeom prst="rect">
              <a:avLst/>
            </a:prstGeom>
            <a:noFill/>
            <a:ln>
              <a:noFill/>
            </a:ln>
          </p:spPr>
        </p:pic>
        <p:sp>
          <p:nvSpPr>
            <p:cNvPr id="266" name="Google Shape;266;p4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67" name="Google Shape;267;p4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68" name="Google Shape;268;p41"/>
          <p:cNvPicPr preferRelativeResize="0"/>
          <p:nvPr/>
        </p:nvPicPr>
        <p:blipFill rotWithShape="1">
          <a:blip r:embed="rId9">
            <a:alphaModFix/>
          </a:blip>
          <a:srcRect b="21938" l="9222" r="8365" t="22367"/>
          <a:stretch/>
        </p:blipFill>
        <p:spPr>
          <a:xfrm>
            <a:off x="8256352" y="156884"/>
            <a:ext cx="677000" cy="304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2"/>
          <p:cNvPicPr preferRelativeResize="0"/>
          <p:nvPr/>
        </p:nvPicPr>
        <p:blipFill>
          <a:blip r:embed="rId3">
            <a:alphaModFix/>
          </a:blip>
          <a:stretch>
            <a:fillRect/>
          </a:stretch>
        </p:blipFill>
        <p:spPr>
          <a:xfrm>
            <a:off x="2277100" y="1217663"/>
            <a:ext cx="4241925" cy="3200725"/>
          </a:xfrm>
          <a:prstGeom prst="rect">
            <a:avLst/>
          </a:prstGeom>
          <a:noFill/>
          <a:ln>
            <a:noFill/>
          </a:ln>
          <a:effectLst>
            <a:outerShdw blurRad="914400" rotWithShape="0" algn="bl" dir="3660000" dist="285750">
              <a:srgbClr val="000000">
                <a:alpha val="50000"/>
              </a:srgbClr>
            </a:outerShdw>
          </a:effectLst>
        </p:spPr>
      </p:pic>
      <p:sp>
        <p:nvSpPr>
          <p:cNvPr id="274" name="Google Shape;274;p42"/>
          <p:cNvSpPr txBox="1"/>
          <p:nvPr/>
        </p:nvSpPr>
        <p:spPr>
          <a:xfrm>
            <a:off x="97925" y="442950"/>
            <a:ext cx="89286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700">
                <a:solidFill>
                  <a:srgbClr val="0233AE"/>
                </a:solidFill>
                <a:latin typeface="Poppins"/>
                <a:ea typeface="Poppins"/>
                <a:cs typeface="Poppins"/>
                <a:sym typeface="Poppins"/>
              </a:rPr>
              <a:t>https://github.com/electricityforprogress/BiodataSonificationBreadboardKit</a:t>
            </a:r>
            <a:endParaRPr b="1" sz="1700">
              <a:solidFill>
                <a:srgbClr val="0233AE"/>
              </a:solidFill>
              <a:latin typeface="Poppins"/>
              <a:ea typeface="Poppins"/>
              <a:cs typeface="Poppins"/>
              <a:sym typeface="Poppins"/>
            </a:endParaRPr>
          </a:p>
        </p:txBody>
      </p:sp>
      <p:grpSp>
        <p:nvGrpSpPr>
          <p:cNvPr id="275" name="Google Shape;275;p42"/>
          <p:cNvGrpSpPr/>
          <p:nvPr/>
        </p:nvGrpSpPr>
        <p:grpSpPr>
          <a:xfrm>
            <a:off x="-126275" y="4746700"/>
            <a:ext cx="9270322" cy="401792"/>
            <a:chOff x="0" y="-29340"/>
            <a:chExt cx="2901600" cy="5177731"/>
          </a:xfrm>
        </p:grpSpPr>
        <p:pic>
          <p:nvPicPr>
            <p:cNvPr id="276" name="Google Shape;276;p42"/>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277" name="Google Shape;277;p4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78" name="Google Shape;278;p42"/>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79" name="Google Shape;279;p42"/>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43"/>
          <p:cNvPicPr preferRelativeResize="0"/>
          <p:nvPr/>
        </p:nvPicPr>
        <p:blipFill>
          <a:blip r:embed="rId3">
            <a:alphaModFix/>
          </a:blip>
          <a:stretch>
            <a:fillRect/>
          </a:stretch>
        </p:blipFill>
        <p:spPr>
          <a:xfrm>
            <a:off x="427225" y="1594450"/>
            <a:ext cx="4241925" cy="3200725"/>
          </a:xfrm>
          <a:prstGeom prst="rect">
            <a:avLst/>
          </a:prstGeom>
          <a:noFill/>
          <a:ln>
            <a:noFill/>
          </a:ln>
          <a:effectLst>
            <a:outerShdw blurRad="914400" rotWithShape="0" algn="bl" dir="3660000" dist="285750">
              <a:srgbClr val="000000">
                <a:alpha val="50000"/>
              </a:srgbClr>
            </a:outerShdw>
          </a:effectLst>
        </p:spPr>
      </p:pic>
      <p:sp>
        <p:nvSpPr>
          <p:cNvPr id="285" name="Google Shape;285;p43"/>
          <p:cNvSpPr txBox="1"/>
          <p:nvPr/>
        </p:nvSpPr>
        <p:spPr>
          <a:xfrm>
            <a:off x="97925" y="442950"/>
            <a:ext cx="89286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700">
                <a:solidFill>
                  <a:srgbClr val="0233AE"/>
                </a:solidFill>
                <a:latin typeface="Poppins"/>
                <a:ea typeface="Poppins"/>
                <a:cs typeface="Poppins"/>
                <a:sym typeface="Poppins"/>
              </a:rPr>
              <a:t>https://github.com/electricityforprogress/BiodataSonificationBreadboardKit</a:t>
            </a:r>
            <a:endParaRPr b="1" sz="1700">
              <a:solidFill>
                <a:srgbClr val="0233AE"/>
              </a:solidFill>
              <a:latin typeface="Poppins"/>
              <a:ea typeface="Poppins"/>
              <a:cs typeface="Poppins"/>
              <a:sym typeface="Poppins"/>
            </a:endParaRPr>
          </a:p>
        </p:txBody>
      </p:sp>
      <p:pic>
        <p:nvPicPr>
          <p:cNvPr id="286" name="Google Shape;286;p43"/>
          <p:cNvPicPr preferRelativeResize="0"/>
          <p:nvPr/>
        </p:nvPicPr>
        <p:blipFill>
          <a:blip r:embed="rId4">
            <a:alphaModFix/>
          </a:blip>
          <a:stretch>
            <a:fillRect/>
          </a:stretch>
        </p:blipFill>
        <p:spPr>
          <a:xfrm>
            <a:off x="5755428" y="1979125"/>
            <a:ext cx="2524550" cy="2512700"/>
          </a:xfrm>
          <a:prstGeom prst="rect">
            <a:avLst/>
          </a:prstGeom>
          <a:noFill/>
          <a:ln>
            <a:noFill/>
          </a:ln>
        </p:spPr>
      </p:pic>
      <p:sp>
        <p:nvSpPr>
          <p:cNvPr id="287" name="Google Shape;287;p43"/>
          <p:cNvSpPr/>
          <p:nvPr/>
        </p:nvSpPr>
        <p:spPr>
          <a:xfrm>
            <a:off x="6295825" y="849625"/>
            <a:ext cx="1572000" cy="1129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88" name="Google Shape;288;p43"/>
          <p:cNvGrpSpPr/>
          <p:nvPr/>
        </p:nvGrpSpPr>
        <p:grpSpPr>
          <a:xfrm>
            <a:off x="-126275" y="4746700"/>
            <a:ext cx="9270322" cy="401792"/>
            <a:chOff x="0" y="-29340"/>
            <a:chExt cx="2901600" cy="5177731"/>
          </a:xfrm>
        </p:grpSpPr>
        <p:pic>
          <p:nvPicPr>
            <p:cNvPr id="289" name="Google Shape;289;p43"/>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290" name="Google Shape;290;p4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291" name="Google Shape;291;p43"/>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292" name="Google Shape;292;p43"/>
          <p:cNvPicPr preferRelativeResize="0"/>
          <p:nvPr/>
        </p:nvPicPr>
        <p:blipFill rotWithShape="1">
          <a:blip r:embed="rId6">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44"/>
          <p:cNvSpPr txBox="1"/>
          <p:nvPr/>
        </p:nvSpPr>
        <p:spPr>
          <a:xfrm>
            <a:off x="129404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 sz="4100">
                <a:solidFill>
                  <a:srgbClr val="11009C"/>
                </a:solidFill>
                <a:latin typeface="Poppins"/>
                <a:ea typeface="Poppins"/>
                <a:cs typeface="Poppins"/>
                <a:sym typeface="Poppins"/>
              </a:rPr>
              <a:t>PASO 1</a:t>
            </a:r>
            <a:endParaRPr b="1" sz="4200">
              <a:solidFill>
                <a:srgbClr val="11009C"/>
              </a:solidFill>
              <a:latin typeface="Poppins"/>
              <a:ea typeface="Poppins"/>
              <a:cs typeface="Poppins"/>
              <a:sym typeface="Poppins"/>
            </a:endParaRPr>
          </a:p>
        </p:txBody>
      </p:sp>
      <p:sp>
        <p:nvSpPr>
          <p:cNvPr id="298" name="Google Shape;298;p44"/>
          <p:cNvSpPr txBox="1"/>
          <p:nvPr/>
        </p:nvSpPr>
        <p:spPr>
          <a:xfrm>
            <a:off x="2069563" y="1895825"/>
            <a:ext cx="5115000" cy="1893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Clr>
                <a:schemeClr val="dk1"/>
              </a:buClr>
              <a:buFont typeface="Arial"/>
              <a:buNone/>
            </a:pPr>
            <a:r>
              <a:rPr b="1" i="1" lang="es" sz="3800">
                <a:solidFill>
                  <a:srgbClr val="11009C"/>
                </a:solidFill>
                <a:latin typeface="Poppins"/>
                <a:ea typeface="Poppins"/>
                <a:cs typeface="Poppins"/>
                <a:sym typeface="Poppins"/>
              </a:rPr>
              <a:t>Instalar y aprender a usar un sintetizador</a:t>
            </a:r>
            <a:endParaRPr b="1" i="1" sz="4500">
              <a:solidFill>
                <a:srgbClr val="11009C"/>
              </a:solidFill>
              <a:latin typeface="Poppins"/>
              <a:ea typeface="Poppins"/>
              <a:cs typeface="Poppins"/>
              <a:sym typeface="Poppins"/>
            </a:endParaRPr>
          </a:p>
        </p:txBody>
      </p:sp>
      <p:sp>
        <p:nvSpPr>
          <p:cNvPr id="299" name="Google Shape;299;p44"/>
          <p:cNvSpPr/>
          <p:nvPr/>
        </p:nvSpPr>
        <p:spPr>
          <a:xfrm rot="-783733">
            <a:off x="6891226" y="-493000"/>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0" name="Google Shape;300;p44"/>
          <p:cNvSpPr/>
          <p:nvPr/>
        </p:nvSpPr>
        <p:spPr>
          <a:xfrm>
            <a:off x="-1289197" y="3633575"/>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44"/>
          <p:cNvSpPr/>
          <p:nvPr/>
        </p:nvSpPr>
        <p:spPr>
          <a:xfrm rot="-783733">
            <a:off x="7100216" y="408316"/>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2" name="Google Shape;302;p44"/>
          <p:cNvSpPr/>
          <p:nvPr/>
        </p:nvSpPr>
        <p:spPr>
          <a:xfrm rot="-783733">
            <a:off x="7306639" y="1298558"/>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3" name="Google Shape;303;p44"/>
          <p:cNvSpPr/>
          <p:nvPr/>
        </p:nvSpPr>
        <p:spPr>
          <a:xfrm rot="-3774507">
            <a:off x="6855436" y="3886136"/>
            <a:ext cx="1065844" cy="1026932"/>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44"/>
          <p:cNvSpPr/>
          <p:nvPr/>
        </p:nvSpPr>
        <p:spPr>
          <a:xfrm rot="1264960">
            <a:off x="326749" y="2328877"/>
            <a:ext cx="1065845" cy="1027183"/>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305" name="Google Shape;305;p44"/>
          <p:cNvGrpSpPr/>
          <p:nvPr/>
        </p:nvGrpSpPr>
        <p:grpSpPr>
          <a:xfrm>
            <a:off x="-126275" y="4746700"/>
            <a:ext cx="9270322" cy="401792"/>
            <a:chOff x="0" y="-29340"/>
            <a:chExt cx="2901600" cy="5177731"/>
          </a:xfrm>
        </p:grpSpPr>
        <p:pic>
          <p:nvPicPr>
            <p:cNvPr id="306" name="Google Shape;306;p44"/>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07" name="Google Shape;307;p4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08" name="Google Shape;308;p44"/>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09" name="Google Shape;309;p44"/>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5"/>
          <p:cNvSpPr/>
          <p:nvPr/>
        </p:nvSpPr>
        <p:spPr>
          <a:xfrm rot="-2700000">
            <a:off x="8542378" y="4470135"/>
            <a:ext cx="945685" cy="944836"/>
          </a:xfrm>
          <a:prstGeom prst="rect">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45"/>
          <p:cNvSpPr txBox="1"/>
          <p:nvPr/>
        </p:nvSpPr>
        <p:spPr>
          <a:xfrm>
            <a:off x="521496" y="887644"/>
            <a:ext cx="7903200" cy="1593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Debemos instalar en sus computadores el siguiente </a:t>
            </a:r>
            <a:endParaRPr sz="3300">
              <a:solidFill>
                <a:srgbClr val="11009C"/>
              </a:solidFill>
              <a:latin typeface="Poppins SemiBold"/>
              <a:ea typeface="Poppins SemiBold"/>
              <a:cs typeface="Poppins SemiBold"/>
              <a:sym typeface="Poppins SemiBold"/>
            </a:endParaRPr>
          </a:p>
          <a:p>
            <a:pPr indent="0" lvl="0" marL="0" marR="0" rtl="0" algn="l">
              <a:spcBef>
                <a:spcPts val="0"/>
              </a:spcBef>
              <a:spcAft>
                <a:spcPts val="0"/>
              </a:spcAft>
              <a:buNone/>
            </a:pPr>
            <a:r>
              <a:rPr lang="es" sz="3300">
                <a:solidFill>
                  <a:srgbClr val="11009C"/>
                </a:solidFill>
                <a:latin typeface="Poppins SemiBold"/>
                <a:ea typeface="Poppins SemiBold"/>
                <a:cs typeface="Poppins SemiBold"/>
                <a:sym typeface="Poppins SemiBold"/>
              </a:rPr>
              <a:t>sintetizador virtual </a:t>
            </a:r>
            <a:endParaRPr sz="3300">
              <a:solidFill>
                <a:srgbClr val="11009C"/>
              </a:solidFill>
              <a:latin typeface="Poppins SemiBold"/>
              <a:ea typeface="Poppins SemiBold"/>
              <a:cs typeface="Poppins SemiBold"/>
              <a:sym typeface="Poppins SemiBold"/>
            </a:endParaRPr>
          </a:p>
        </p:txBody>
      </p:sp>
      <p:grpSp>
        <p:nvGrpSpPr>
          <p:cNvPr id="316" name="Google Shape;316;p45"/>
          <p:cNvGrpSpPr/>
          <p:nvPr/>
        </p:nvGrpSpPr>
        <p:grpSpPr>
          <a:xfrm>
            <a:off x="521769" y="322345"/>
            <a:ext cx="613322" cy="307165"/>
            <a:chOff x="7228638" y="333378"/>
            <a:chExt cx="1193466" cy="597714"/>
          </a:xfrm>
        </p:grpSpPr>
        <p:sp>
          <p:nvSpPr>
            <p:cNvPr id="317" name="Google Shape;317;p45"/>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18" name="Google Shape;318;p45"/>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pic>
        <p:nvPicPr>
          <p:cNvPr id="319" name="Google Shape;319;p45"/>
          <p:cNvPicPr preferRelativeResize="0"/>
          <p:nvPr/>
        </p:nvPicPr>
        <p:blipFill>
          <a:blip r:embed="rId3">
            <a:alphaModFix/>
          </a:blip>
          <a:stretch>
            <a:fillRect/>
          </a:stretch>
        </p:blipFill>
        <p:spPr>
          <a:xfrm>
            <a:off x="605869" y="2515012"/>
            <a:ext cx="5154785" cy="2197330"/>
          </a:xfrm>
          <a:prstGeom prst="rect">
            <a:avLst/>
          </a:prstGeom>
          <a:noFill/>
          <a:ln>
            <a:noFill/>
          </a:ln>
        </p:spPr>
      </p:pic>
      <p:sp>
        <p:nvSpPr>
          <p:cNvPr id="320" name="Google Shape;320;p45"/>
          <p:cNvSpPr txBox="1"/>
          <p:nvPr/>
        </p:nvSpPr>
        <p:spPr>
          <a:xfrm>
            <a:off x="6573000" y="2708738"/>
            <a:ext cx="1996800" cy="369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s" sz="1500" u="sng">
                <a:solidFill>
                  <a:srgbClr val="11009C"/>
                </a:solidFill>
                <a:latin typeface="Poppins"/>
                <a:ea typeface="Poppins"/>
                <a:cs typeface="Poppins"/>
                <a:sym typeface="Poppins"/>
                <a:hlinkClick r:id="rId4">
                  <a:extLst>
                    <a:ext uri="{A12FA001-AC4F-418D-AE19-62706E023703}">
                      <ahyp:hlinkClr val="tx"/>
                    </a:ext>
                  </a:extLst>
                </a:hlinkClick>
              </a:rPr>
              <a:t>LINK DE DESCARGA</a:t>
            </a:r>
            <a:endParaRPr b="1" sz="1500">
              <a:solidFill>
                <a:srgbClr val="11009C"/>
              </a:solidFill>
              <a:latin typeface="Poppins"/>
              <a:ea typeface="Poppins"/>
              <a:cs typeface="Poppins"/>
              <a:sym typeface="Poppins"/>
            </a:endParaRPr>
          </a:p>
        </p:txBody>
      </p:sp>
      <p:sp>
        <p:nvSpPr>
          <p:cNvPr id="321" name="Google Shape;321;p45"/>
          <p:cNvSpPr txBox="1"/>
          <p:nvPr/>
        </p:nvSpPr>
        <p:spPr>
          <a:xfrm>
            <a:off x="1534981" y="151644"/>
            <a:ext cx="6421200" cy="5040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2400">
                <a:solidFill>
                  <a:srgbClr val="11009C"/>
                </a:solidFill>
                <a:latin typeface="Poppins"/>
                <a:ea typeface="Poppins"/>
                <a:cs typeface="Poppins"/>
                <a:sym typeface="Poppins"/>
              </a:rPr>
              <a:t>https://www.discodsp.com/obxd/</a:t>
            </a:r>
            <a:endParaRPr sz="1100">
              <a:solidFill>
                <a:srgbClr val="11009C"/>
              </a:solidFill>
              <a:latin typeface="Poppins"/>
              <a:ea typeface="Poppins"/>
              <a:cs typeface="Poppins"/>
              <a:sym typeface="Poppins"/>
            </a:endParaRPr>
          </a:p>
        </p:txBody>
      </p:sp>
      <p:grpSp>
        <p:nvGrpSpPr>
          <p:cNvPr id="322" name="Google Shape;322;p45"/>
          <p:cNvGrpSpPr/>
          <p:nvPr/>
        </p:nvGrpSpPr>
        <p:grpSpPr>
          <a:xfrm>
            <a:off x="-126275" y="4746700"/>
            <a:ext cx="9270322" cy="401792"/>
            <a:chOff x="0" y="-29340"/>
            <a:chExt cx="2901600" cy="5177731"/>
          </a:xfrm>
        </p:grpSpPr>
        <p:pic>
          <p:nvPicPr>
            <p:cNvPr id="323" name="Google Shape;323;p45"/>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324" name="Google Shape;324;p4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25" name="Google Shape;325;p4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26" name="Google Shape;326;p45"/>
          <p:cNvPicPr preferRelativeResize="0"/>
          <p:nvPr/>
        </p:nvPicPr>
        <p:blipFill rotWithShape="1">
          <a:blip r:embed="rId6">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6"/>
          <p:cNvSpPr/>
          <p:nvPr/>
        </p:nvSpPr>
        <p:spPr>
          <a:xfrm>
            <a:off x="113800" y="1545750"/>
            <a:ext cx="8792100" cy="3096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6"/>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333" name="Google Shape;333;p46"/>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0233AE"/>
                </a:solidFill>
                <a:latin typeface="Poppins SemiBold"/>
                <a:ea typeface="Poppins SemiBold"/>
                <a:cs typeface="Poppins SemiBold"/>
                <a:sym typeface="Poppins SemiBold"/>
              </a:rPr>
              <a:t>¿Qué es MIDI?</a:t>
            </a:r>
            <a:endParaRPr sz="3300">
              <a:solidFill>
                <a:srgbClr val="0233AE"/>
              </a:solidFill>
              <a:latin typeface="Poppins SemiBold"/>
              <a:ea typeface="Poppins SemiBold"/>
              <a:cs typeface="Poppins SemiBold"/>
              <a:sym typeface="Poppins SemiBold"/>
            </a:endParaRPr>
          </a:p>
        </p:txBody>
      </p:sp>
      <p:grpSp>
        <p:nvGrpSpPr>
          <p:cNvPr id="334" name="Google Shape;334;p46"/>
          <p:cNvGrpSpPr/>
          <p:nvPr/>
        </p:nvGrpSpPr>
        <p:grpSpPr>
          <a:xfrm>
            <a:off x="521769" y="322345"/>
            <a:ext cx="613322" cy="307165"/>
            <a:chOff x="7228638" y="333378"/>
            <a:chExt cx="1193466" cy="597714"/>
          </a:xfrm>
        </p:grpSpPr>
        <p:sp>
          <p:nvSpPr>
            <p:cNvPr id="335" name="Google Shape;335;p46"/>
            <p:cNvSpPr/>
            <p:nvPr/>
          </p:nvSpPr>
          <p:spPr>
            <a:xfrm rot="5400000">
              <a:off x="7228638" y="334392"/>
              <a:ext cx="596700" cy="596700"/>
            </a:xfrm>
            <a:prstGeom prst="triangle">
              <a:avLst>
                <a:gd fmla="val 50000" name="adj"/>
              </a:avLst>
            </a:prstGeom>
            <a:solidFill>
              <a:srgbClr val="0000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6" name="Google Shape;336;p46"/>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37" name="Google Shape;337;p46"/>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0233AE"/>
                </a:solidFill>
                <a:latin typeface="Poppins SemiBold"/>
                <a:ea typeface="Poppins SemiBold"/>
                <a:cs typeface="Poppins SemiBold"/>
                <a:sym typeface="Poppins SemiBold"/>
              </a:rPr>
              <a:t>MIDIUSB</a:t>
            </a:r>
            <a:endParaRPr sz="1400">
              <a:solidFill>
                <a:srgbClr val="0233AE"/>
              </a:solidFill>
              <a:latin typeface="Poppins SemiBold"/>
              <a:ea typeface="Poppins SemiBold"/>
              <a:cs typeface="Poppins SemiBold"/>
              <a:sym typeface="Poppins SemiBold"/>
            </a:endParaRPr>
          </a:p>
        </p:txBody>
      </p:sp>
      <p:sp>
        <p:nvSpPr>
          <p:cNvPr id="338" name="Google Shape;338;p46"/>
          <p:cNvSpPr txBox="1"/>
          <p:nvPr/>
        </p:nvSpPr>
        <p:spPr>
          <a:xfrm>
            <a:off x="323800" y="1791275"/>
            <a:ext cx="83721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2000">
                <a:solidFill>
                  <a:schemeClr val="dk2"/>
                </a:solidFill>
                <a:latin typeface="Poppins Medium"/>
                <a:ea typeface="Poppins Medium"/>
                <a:cs typeface="Poppins Medium"/>
                <a:sym typeface="Poppins Medium"/>
              </a:rPr>
              <a:t>MIDI son las siglas del (Interfaz Digital de Instrumentos Musicales). </a:t>
            </a:r>
            <a:endParaRPr i="1" sz="2000">
              <a:solidFill>
                <a:schemeClr val="dk2"/>
              </a:solidFill>
              <a:latin typeface="Poppins Medium"/>
              <a:ea typeface="Poppins Medium"/>
              <a:cs typeface="Poppins Medium"/>
              <a:sym typeface="Poppins Medium"/>
            </a:endParaRPr>
          </a:p>
          <a:p>
            <a:pPr indent="0" lvl="0" marL="0" rtl="0" algn="l">
              <a:spcBef>
                <a:spcPts val="0"/>
              </a:spcBef>
              <a:spcAft>
                <a:spcPts val="0"/>
              </a:spcAft>
              <a:buNone/>
            </a:pPr>
            <a:r>
              <a:t/>
            </a:r>
            <a:endParaRPr i="1" sz="2000">
              <a:solidFill>
                <a:schemeClr val="dk2"/>
              </a:solidFill>
              <a:latin typeface="Poppins Medium"/>
              <a:ea typeface="Poppins Medium"/>
              <a:cs typeface="Poppins Medium"/>
              <a:sym typeface="Poppins Medium"/>
            </a:endParaRPr>
          </a:p>
          <a:p>
            <a:pPr indent="0" lvl="0" marL="0" rtl="0" algn="l">
              <a:spcBef>
                <a:spcPts val="0"/>
              </a:spcBef>
              <a:spcAft>
                <a:spcPts val="0"/>
              </a:spcAft>
              <a:buNone/>
            </a:pPr>
            <a:r>
              <a:rPr i="1" lang="es" sz="2000">
                <a:solidFill>
                  <a:schemeClr val="dk2"/>
                </a:solidFill>
                <a:latin typeface="Poppins Medium"/>
                <a:ea typeface="Poppins Medium"/>
                <a:cs typeface="Poppins Medium"/>
                <a:sym typeface="Poppins Medium"/>
              </a:rPr>
              <a:t>Consiste en un protocolo de comunicación serial estándar que permite a los computadores, sintetizadores, secuenciadores, controladores y otros dispositivos musicales electrónicos comunicarse y compartir información para</a:t>
            </a:r>
            <a:endParaRPr i="1" sz="2000">
              <a:solidFill>
                <a:schemeClr val="dk2"/>
              </a:solidFill>
              <a:latin typeface="Poppins Medium"/>
              <a:ea typeface="Poppins Medium"/>
              <a:cs typeface="Poppins Medium"/>
              <a:sym typeface="Poppins Medium"/>
            </a:endParaRPr>
          </a:p>
          <a:p>
            <a:pPr indent="0" lvl="0" marL="0" rtl="0" algn="l">
              <a:spcBef>
                <a:spcPts val="0"/>
              </a:spcBef>
              <a:spcAft>
                <a:spcPts val="0"/>
              </a:spcAft>
              <a:buNone/>
            </a:pPr>
            <a:r>
              <a:rPr i="1" lang="es" sz="2000">
                <a:solidFill>
                  <a:schemeClr val="dk2"/>
                </a:solidFill>
                <a:latin typeface="Poppins Medium"/>
                <a:ea typeface="Poppins Medium"/>
                <a:cs typeface="Poppins Medium"/>
                <a:sym typeface="Poppins Medium"/>
              </a:rPr>
              <a:t>la generación de sonidos.</a:t>
            </a:r>
            <a:endParaRPr sz="2000">
              <a:solidFill>
                <a:srgbClr val="4A86E8"/>
              </a:solidFill>
              <a:latin typeface="Poppins Medium"/>
              <a:ea typeface="Poppins Medium"/>
              <a:cs typeface="Poppins Medium"/>
              <a:sym typeface="Poppins Medium"/>
            </a:endParaRPr>
          </a:p>
        </p:txBody>
      </p:sp>
      <p:grpSp>
        <p:nvGrpSpPr>
          <p:cNvPr id="339" name="Google Shape;339;p46"/>
          <p:cNvGrpSpPr/>
          <p:nvPr/>
        </p:nvGrpSpPr>
        <p:grpSpPr>
          <a:xfrm>
            <a:off x="-126275" y="4746700"/>
            <a:ext cx="9270322" cy="401792"/>
            <a:chOff x="0" y="-29340"/>
            <a:chExt cx="2901600" cy="5177731"/>
          </a:xfrm>
        </p:grpSpPr>
        <p:pic>
          <p:nvPicPr>
            <p:cNvPr id="340" name="Google Shape;340;p46"/>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41" name="Google Shape;341;p4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42" name="Google Shape;342;p4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43" name="Google Shape;343;p46"/>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7"/>
          <p:cNvSpPr/>
          <p:nvPr/>
        </p:nvSpPr>
        <p:spPr>
          <a:xfrm>
            <a:off x="151950" y="1814638"/>
            <a:ext cx="8840100" cy="2218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7"/>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350" name="Google Shape;350;p47"/>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0233AE"/>
                </a:solidFill>
                <a:latin typeface="Poppins SemiBold"/>
                <a:ea typeface="Poppins SemiBold"/>
                <a:cs typeface="Poppins SemiBold"/>
                <a:sym typeface="Poppins SemiBold"/>
              </a:rPr>
              <a:t>USO DE LIBRERÍA</a:t>
            </a:r>
            <a:endParaRPr sz="3300">
              <a:solidFill>
                <a:srgbClr val="0233AE"/>
              </a:solidFill>
              <a:latin typeface="Poppins SemiBold"/>
              <a:ea typeface="Poppins SemiBold"/>
              <a:cs typeface="Poppins SemiBold"/>
              <a:sym typeface="Poppins SemiBold"/>
            </a:endParaRPr>
          </a:p>
        </p:txBody>
      </p:sp>
      <p:grpSp>
        <p:nvGrpSpPr>
          <p:cNvPr id="351" name="Google Shape;351;p47"/>
          <p:cNvGrpSpPr/>
          <p:nvPr/>
        </p:nvGrpSpPr>
        <p:grpSpPr>
          <a:xfrm>
            <a:off x="521769" y="322345"/>
            <a:ext cx="613322" cy="307165"/>
            <a:chOff x="7228638" y="333378"/>
            <a:chExt cx="1193466" cy="597714"/>
          </a:xfrm>
        </p:grpSpPr>
        <p:sp>
          <p:nvSpPr>
            <p:cNvPr id="352" name="Google Shape;352;p47"/>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53" name="Google Shape;353;p47"/>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54" name="Google Shape;354;p47"/>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0233AE"/>
                </a:solidFill>
                <a:latin typeface="Poppins SemiBold"/>
                <a:ea typeface="Poppins SemiBold"/>
                <a:cs typeface="Poppins SemiBold"/>
                <a:sym typeface="Poppins SemiBold"/>
              </a:rPr>
              <a:t>MIDIUSB</a:t>
            </a:r>
            <a:endParaRPr sz="1400">
              <a:solidFill>
                <a:srgbClr val="0233AE"/>
              </a:solidFill>
              <a:latin typeface="Poppins SemiBold"/>
              <a:ea typeface="Poppins SemiBold"/>
              <a:cs typeface="Poppins SemiBold"/>
              <a:sym typeface="Poppins SemiBold"/>
            </a:endParaRPr>
          </a:p>
        </p:txBody>
      </p:sp>
      <p:sp>
        <p:nvSpPr>
          <p:cNvPr id="355" name="Google Shape;355;p47"/>
          <p:cNvSpPr txBox="1"/>
          <p:nvPr/>
        </p:nvSpPr>
        <p:spPr>
          <a:xfrm>
            <a:off x="416625" y="2061988"/>
            <a:ext cx="80226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2000">
                <a:solidFill>
                  <a:schemeClr val="dk2"/>
                </a:solidFill>
                <a:latin typeface="Roboto Serif"/>
                <a:ea typeface="Roboto Serif"/>
                <a:cs typeface="Roboto Serif"/>
                <a:sym typeface="Roboto Serif"/>
              </a:rPr>
              <a:t>/</a:t>
            </a:r>
            <a:r>
              <a:rPr i="1" lang="es" sz="2000">
                <a:solidFill>
                  <a:schemeClr val="dk2"/>
                </a:solidFill>
                <a:latin typeface="Roboto Mono"/>
                <a:ea typeface="Roboto Mono"/>
                <a:cs typeface="Roboto Mono"/>
                <a:sym typeface="Roboto Mono"/>
              </a:rPr>
              <a:t>/ Incluir Librerías</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2"/>
                </a:solidFill>
                <a:latin typeface="Roboto Mono"/>
                <a:ea typeface="Roboto Mono"/>
                <a:cs typeface="Roboto Mono"/>
                <a:sym typeface="Roboto Mono"/>
              </a:rPr>
              <a:t>//   MIDIUSB: para enviar señales MIDI hacia </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2"/>
                </a:solidFill>
                <a:latin typeface="Roboto Mono"/>
                <a:ea typeface="Roboto Mono"/>
                <a:cs typeface="Roboto Mono"/>
                <a:sym typeface="Roboto Mono"/>
              </a:rPr>
              <a:t>//   una computadora mediante USB</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rPr lang="es" sz="2000">
                <a:latin typeface="Roboto Mono"/>
                <a:ea typeface="Roboto Mono"/>
                <a:cs typeface="Roboto Mono"/>
                <a:sym typeface="Roboto Mono"/>
              </a:rPr>
              <a:t>#</a:t>
            </a:r>
            <a:r>
              <a:rPr lang="es" sz="2000">
                <a:solidFill>
                  <a:srgbClr val="FF9900"/>
                </a:solidFill>
                <a:latin typeface="Roboto Mono"/>
                <a:ea typeface="Roboto Mono"/>
                <a:cs typeface="Roboto Mono"/>
                <a:sym typeface="Roboto Mono"/>
              </a:rPr>
              <a:t>include</a:t>
            </a:r>
            <a:r>
              <a:rPr lang="es" sz="2000">
                <a:latin typeface="Roboto Mono"/>
                <a:ea typeface="Roboto Mono"/>
                <a:cs typeface="Roboto Mono"/>
                <a:sym typeface="Roboto Mono"/>
              </a:rPr>
              <a:t> </a:t>
            </a:r>
            <a:r>
              <a:rPr lang="es" sz="2000">
                <a:solidFill>
                  <a:srgbClr val="4A86E8"/>
                </a:solidFill>
                <a:latin typeface="Roboto Mono"/>
                <a:ea typeface="Roboto Mono"/>
                <a:cs typeface="Roboto Mono"/>
                <a:sym typeface="Roboto Mono"/>
              </a:rPr>
              <a:t>&lt;MIDIUSB.h&gt;</a:t>
            </a:r>
            <a:endParaRPr sz="2000">
              <a:solidFill>
                <a:srgbClr val="4A86E8"/>
              </a:solidFill>
              <a:latin typeface="Roboto Mono"/>
              <a:ea typeface="Roboto Mono"/>
              <a:cs typeface="Roboto Mono"/>
              <a:sym typeface="Roboto Mono"/>
            </a:endParaRPr>
          </a:p>
        </p:txBody>
      </p:sp>
      <p:grpSp>
        <p:nvGrpSpPr>
          <p:cNvPr id="356" name="Google Shape;356;p47"/>
          <p:cNvGrpSpPr/>
          <p:nvPr/>
        </p:nvGrpSpPr>
        <p:grpSpPr>
          <a:xfrm>
            <a:off x="-126275" y="4746700"/>
            <a:ext cx="9270322" cy="401792"/>
            <a:chOff x="0" y="-29340"/>
            <a:chExt cx="2901600" cy="5177731"/>
          </a:xfrm>
        </p:grpSpPr>
        <p:pic>
          <p:nvPicPr>
            <p:cNvPr id="357" name="Google Shape;357;p47"/>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58" name="Google Shape;358;p4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59" name="Google Shape;359;p4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60" name="Google Shape;360;p47"/>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8"/>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366" name="Google Shape;366;p48"/>
          <p:cNvSpPr/>
          <p:nvPr/>
        </p:nvSpPr>
        <p:spPr>
          <a:xfrm flipH="1">
            <a:off x="7631782" y="3611078"/>
            <a:ext cx="641400" cy="641400"/>
          </a:xfrm>
          <a:prstGeom prst="flowChartDelay">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67" name="Google Shape;367;p48"/>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0233AE"/>
                </a:solidFill>
                <a:latin typeface="Poppins SemiBold"/>
                <a:ea typeface="Poppins SemiBold"/>
                <a:cs typeface="Poppins SemiBold"/>
                <a:sym typeface="Poppins SemiBold"/>
              </a:rPr>
              <a:t>USO DE LIBRERÍA</a:t>
            </a:r>
            <a:endParaRPr sz="3300">
              <a:solidFill>
                <a:srgbClr val="0233AE"/>
              </a:solidFill>
              <a:latin typeface="Poppins SemiBold"/>
              <a:ea typeface="Poppins SemiBold"/>
              <a:cs typeface="Poppins SemiBold"/>
              <a:sym typeface="Poppins SemiBold"/>
            </a:endParaRPr>
          </a:p>
        </p:txBody>
      </p:sp>
      <p:grpSp>
        <p:nvGrpSpPr>
          <p:cNvPr id="368" name="Google Shape;368;p48"/>
          <p:cNvGrpSpPr/>
          <p:nvPr/>
        </p:nvGrpSpPr>
        <p:grpSpPr>
          <a:xfrm>
            <a:off x="521769" y="322345"/>
            <a:ext cx="613322" cy="307165"/>
            <a:chOff x="7228638" y="333378"/>
            <a:chExt cx="1193466" cy="597714"/>
          </a:xfrm>
        </p:grpSpPr>
        <p:sp>
          <p:nvSpPr>
            <p:cNvPr id="369" name="Google Shape;369;p48"/>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70" name="Google Shape;370;p48"/>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71" name="Google Shape;371;p48"/>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0233AE"/>
                </a:solidFill>
                <a:latin typeface="Poppins SemiBold"/>
                <a:ea typeface="Poppins SemiBold"/>
                <a:cs typeface="Poppins SemiBold"/>
                <a:sym typeface="Poppins SemiBold"/>
              </a:rPr>
              <a:t>MIDIUSB</a:t>
            </a:r>
            <a:endParaRPr sz="1400">
              <a:solidFill>
                <a:srgbClr val="0233AE"/>
              </a:solidFill>
              <a:latin typeface="Poppins SemiBold"/>
              <a:ea typeface="Poppins SemiBold"/>
              <a:cs typeface="Poppins SemiBold"/>
              <a:sym typeface="Poppins SemiBold"/>
            </a:endParaRPr>
          </a:p>
        </p:txBody>
      </p:sp>
      <p:sp>
        <p:nvSpPr>
          <p:cNvPr id="372" name="Google Shape;372;p48"/>
          <p:cNvSpPr/>
          <p:nvPr/>
        </p:nvSpPr>
        <p:spPr>
          <a:xfrm>
            <a:off x="163325" y="1021300"/>
            <a:ext cx="8840100" cy="3520500"/>
          </a:xfrm>
          <a:prstGeom prst="roundRect">
            <a:avLst>
              <a:gd fmla="val 16667" name="adj"/>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8"/>
          <p:cNvSpPr txBox="1"/>
          <p:nvPr/>
        </p:nvSpPr>
        <p:spPr>
          <a:xfrm>
            <a:off x="521775" y="1103050"/>
            <a:ext cx="80226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Definir el mensaje midi a enviar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tipo de variable: midiEventPacket_t</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estructura:{Evento MIDI: 0x09 -&gt; Note On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Comando MIDI: 0x90 -&gt; Note On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Canal: 0 -&gt; 8 , // Nota: 0 -&gt; 127 , //             Velocidad: 0 -&gt; 127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980000"/>
                </a:solidFill>
                <a:latin typeface="Roboto Mono"/>
                <a:ea typeface="Roboto Mono"/>
                <a:cs typeface="Roboto Mono"/>
                <a:sym typeface="Roboto Mono"/>
              </a:rPr>
              <a:t>midiEventPacket_t</a:t>
            </a:r>
            <a:r>
              <a:rPr i="1" lang="es" sz="1700">
                <a:solidFill>
                  <a:srgbClr val="595959"/>
                </a:solidFill>
                <a:latin typeface="Roboto Mono"/>
                <a:ea typeface="Roboto Mono"/>
                <a:cs typeface="Roboto Mono"/>
                <a:sym typeface="Roboto Mono"/>
              </a:rPr>
              <a:t> </a:t>
            </a:r>
            <a:r>
              <a:rPr i="1" lang="es" sz="1700">
                <a:solidFill>
                  <a:schemeClr val="dk1"/>
                </a:solidFill>
                <a:latin typeface="Roboto Mono"/>
                <a:ea typeface="Roboto Mono"/>
                <a:cs typeface="Roboto Mono"/>
                <a:sym typeface="Roboto Mono"/>
              </a:rPr>
              <a:t>noteOn =</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0x09</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0x90</a:t>
            </a:r>
            <a:r>
              <a:rPr i="1" lang="es" sz="1700">
                <a:solidFill>
                  <a:srgbClr val="595959"/>
                </a:solidFill>
                <a:latin typeface="Roboto Mono"/>
                <a:ea typeface="Roboto Mono"/>
                <a:cs typeface="Roboto Mono"/>
                <a:sym typeface="Roboto Mono"/>
              </a:rPr>
              <a:t> | </a:t>
            </a:r>
            <a:r>
              <a:rPr i="1" lang="es" sz="1700">
                <a:solidFill>
                  <a:srgbClr val="9900FF"/>
                </a:solidFill>
                <a:latin typeface="Roboto Mono"/>
                <a:ea typeface="Roboto Mono"/>
                <a:cs typeface="Roboto Mono"/>
                <a:sym typeface="Roboto Mono"/>
              </a:rPr>
              <a:t>0</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64</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64</a:t>
            </a:r>
            <a:r>
              <a:rPr i="1" lang="es" sz="1700">
                <a:solidFill>
                  <a:srgbClr val="595959"/>
                </a:solidFill>
                <a:latin typeface="Roboto Mono"/>
                <a:ea typeface="Roboto Mono"/>
                <a:cs typeface="Roboto Mono"/>
                <a:sym typeface="Roboto Mono"/>
              </a:rPr>
              <a:t>};</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Enviar el mensaje MIDI</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chemeClr val="dk1"/>
                </a:solidFill>
                <a:latin typeface="Roboto Mono"/>
                <a:ea typeface="Roboto Mono"/>
                <a:cs typeface="Roboto Mono"/>
                <a:sym typeface="Roboto Mono"/>
              </a:rPr>
              <a:t>MidiUSB.</a:t>
            </a:r>
            <a:r>
              <a:rPr i="1" lang="es" sz="1700">
                <a:solidFill>
                  <a:srgbClr val="4A86E8"/>
                </a:solidFill>
                <a:latin typeface="Roboto Mono"/>
                <a:ea typeface="Roboto Mono"/>
                <a:cs typeface="Roboto Mono"/>
                <a:sym typeface="Roboto Mono"/>
              </a:rPr>
              <a:t>sendMIDI</a:t>
            </a:r>
            <a:r>
              <a:rPr i="1" lang="es" sz="1700">
                <a:solidFill>
                  <a:schemeClr val="dk1"/>
                </a:solidFill>
                <a:latin typeface="Roboto Mono"/>
                <a:ea typeface="Roboto Mono"/>
                <a:cs typeface="Roboto Mono"/>
                <a:sym typeface="Roboto Mono"/>
              </a:rPr>
              <a:t>(noteOn); </a:t>
            </a:r>
            <a:endParaRPr i="1" sz="1700">
              <a:solidFill>
                <a:schemeClr val="dk1"/>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Nos aseguramos que el mensaje se haya enviado </a:t>
            </a:r>
            <a:r>
              <a:rPr i="1" lang="es" sz="1700">
                <a:solidFill>
                  <a:schemeClr val="dk1"/>
                </a:solidFill>
                <a:latin typeface="Roboto Mono"/>
                <a:ea typeface="Roboto Mono"/>
                <a:cs typeface="Roboto Mono"/>
                <a:sym typeface="Roboto Mono"/>
              </a:rPr>
              <a:t>MidiUSB.</a:t>
            </a:r>
            <a:r>
              <a:rPr i="1" lang="es" sz="1700">
                <a:solidFill>
                  <a:srgbClr val="4A86E8"/>
                </a:solidFill>
                <a:latin typeface="Roboto Mono"/>
                <a:ea typeface="Roboto Mono"/>
                <a:cs typeface="Roboto Mono"/>
                <a:sym typeface="Roboto Mono"/>
              </a:rPr>
              <a:t>flush</a:t>
            </a:r>
            <a:r>
              <a:rPr i="1" lang="es" sz="1700">
                <a:solidFill>
                  <a:schemeClr val="dk1"/>
                </a:solidFill>
                <a:latin typeface="Roboto Mono"/>
                <a:ea typeface="Roboto Mono"/>
                <a:cs typeface="Roboto Mono"/>
                <a:sym typeface="Roboto Mono"/>
              </a:rPr>
              <a:t>();</a:t>
            </a:r>
            <a:endParaRPr i="1" sz="1700">
              <a:solidFill>
                <a:schemeClr val="dk1"/>
              </a:solidFill>
              <a:latin typeface="Roboto Mono"/>
              <a:ea typeface="Roboto Mono"/>
              <a:cs typeface="Roboto Mono"/>
              <a:sym typeface="Roboto Mono"/>
            </a:endParaRPr>
          </a:p>
        </p:txBody>
      </p:sp>
      <p:grpSp>
        <p:nvGrpSpPr>
          <p:cNvPr id="374" name="Google Shape;374;p48"/>
          <p:cNvGrpSpPr/>
          <p:nvPr/>
        </p:nvGrpSpPr>
        <p:grpSpPr>
          <a:xfrm>
            <a:off x="-126275" y="4746700"/>
            <a:ext cx="9270322" cy="401792"/>
            <a:chOff x="0" y="-29340"/>
            <a:chExt cx="2901600" cy="5177731"/>
          </a:xfrm>
        </p:grpSpPr>
        <p:pic>
          <p:nvPicPr>
            <p:cNvPr id="375" name="Google Shape;375;p48"/>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76" name="Google Shape;376;p4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77" name="Google Shape;377;p4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78" name="Google Shape;378;p48"/>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9"/>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384" name="Google Shape;384;p49"/>
          <p:cNvSpPr/>
          <p:nvPr/>
        </p:nvSpPr>
        <p:spPr>
          <a:xfrm flipH="1">
            <a:off x="7631782" y="3611078"/>
            <a:ext cx="641400" cy="641400"/>
          </a:xfrm>
          <a:prstGeom prst="flowChartDelay">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85" name="Google Shape;385;p49"/>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0233AE"/>
                </a:solidFill>
                <a:latin typeface="Poppins SemiBold"/>
                <a:ea typeface="Poppins SemiBold"/>
                <a:cs typeface="Poppins SemiBold"/>
                <a:sym typeface="Poppins SemiBold"/>
              </a:rPr>
              <a:t>USO DE LIBRERÍA</a:t>
            </a:r>
            <a:endParaRPr sz="3300">
              <a:solidFill>
                <a:srgbClr val="0233AE"/>
              </a:solidFill>
              <a:latin typeface="Poppins SemiBold"/>
              <a:ea typeface="Poppins SemiBold"/>
              <a:cs typeface="Poppins SemiBold"/>
              <a:sym typeface="Poppins SemiBold"/>
            </a:endParaRPr>
          </a:p>
        </p:txBody>
      </p:sp>
      <p:grpSp>
        <p:nvGrpSpPr>
          <p:cNvPr id="386" name="Google Shape;386;p49"/>
          <p:cNvGrpSpPr/>
          <p:nvPr/>
        </p:nvGrpSpPr>
        <p:grpSpPr>
          <a:xfrm>
            <a:off x="521769" y="322345"/>
            <a:ext cx="613322" cy="307165"/>
            <a:chOff x="7228638" y="333378"/>
            <a:chExt cx="1193466" cy="597714"/>
          </a:xfrm>
        </p:grpSpPr>
        <p:sp>
          <p:nvSpPr>
            <p:cNvPr id="387" name="Google Shape;387;p49"/>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88" name="Google Shape;388;p49"/>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89" name="Google Shape;389;p49"/>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0233AE"/>
                </a:solidFill>
                <a:latin typeface="Poppins SemiBold"/>
                <a:ea typeface="Poppins SemiBold"/>
                <a:cs typeface="Poppins SemiBold"/>
                <a:sym typeface="Poppins SemiBold"/>
              </a:rPr>
              <a:t>MIDIUSB</a:t>
            </a:r>
            <a:endParaRPr sz="1400">
              <a:solidFill>
                <a:srgbClr val="0233AE"/>
              </a:solidFill>
              <a:latin typeface="Poppins SemiBold"/>
              <a:ea typeface="Poppins SemiBold"/>
              <a:cs typeface="Poppins SemiBold"/>
              <a:sym typeface="Poppins SemiBold"/>
            </a:endParaRPr>
          </a:p>
        </p:txBody>
      </p:sp>
      <p:sp>
        <p:nvSpPr>
          <p:cNvPr id="390" name="Google Shape;390;p49"/>
          <p:cNvSpPr/>
          <p:nvPr/>
        </p:nvSpPr>
        <p:spPr>
          <a:xfrm>
            <a:off x="163325" y="1021300"/>
            <a:ext cx="8840100" cy="3406200"/>
          </a:xfrm>
          <a:prstGeom prst="roundRect">
            <a:avLst>
              <a:gd fmla="val 16667" name="adj"/>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9"/>
          <p:cNvSpPr txBox="1"/>
          <p:nvPr/>
        </p:nvSpPr>
        <p:spPr>
          <a:xfrm>
            <a:off x="521775" y="1103050"/>
            <a:ext cx="80226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Definir el mensaje midi a enviar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tipo de variable: midiEventPacket_t</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estructura:{Evento MIDI: 0x08 -&gt; Note Off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Comando MIDI: 0x80 -&gt; Note Off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Canal: 0 -&gt; 8 , // Nota: 0 -&gt; 127 , //             Velocidad: 0 }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980000"/>
                </a:solidFill>
                <a:latin typeface="Roboto Mono"/>
                <a:ea typeface="Roboto Mono"/>
                <a:cs typeface="Roboto Mono"/>
                <a:sym typeface="Roboto Mono"/>
              </a:rPr>
              <a:t>midiEventPacket_t</a:t>
            </a:r>
            <a:r>
              <a:rPr i="1" lang="es" sz="1700">
                <a:solidFill>
                  <a:srgbClr val="595959"/>
                </a:solidFill>
                <a:latin typeface="Roboto Mono"/>
                <a:ea typeface="Roboto Mono"/>
                <a:cs typeface="Roboto Mono"/>
                <a:sym typeface="Roboto Mono"/>
              </a:rPr>
              <a:t> </a:t>
            </a:r>
            <a:r>
              <a:rPr i="1" lang="es" sz="1700">
                <a:solidFill>
                  <a:schemeClr val="dk1"/>
                </a:solidFill>
                <a:latin typeface="Roboto Mono"/>
                <a:ea typeface="Roboto Mono"/>
                <a:cs typeface="Roboto Mono"/>
                <a:sym typeface="Roboto Mono"/>
              </a:rPr>
              <a:t>noteOff =</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0x08</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0x80</a:t>
            </a:r>
            <a:r>
              <a:rPr i="1" lang="es" sz="1700">
                <a:solidFill>
                  <a:srgbClr val="595959"/>
                </a:solidFill>
                <a:latin typeface="Roboto Mono"/>
                <a:ea typeface="Roboto Mono"/>
                <a:cs typeface="Roboto Mono"/>
                <a:sym typeface="Roboto Mono"/>
              </a:rPr>
              <a:t> | </a:t>
            </a:r>
            <a:r>
              <a:rPr i="1" lang="es" sz="1700">
                <a:solidFill>
                  <a:srgbClr val="9900FF"/>
                </a:solidFill>
                <a:latin typeface="Roboto Mono"/>
                <a:ea typeface="Roboto Mono"/>
                <a:cs typeface="Roboto Mono"/>
                <a:sym typeface="Roboto Mono"/>
              </a:rPr>
              <a:t>0</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64</a:t>
            </a:r>
            <a:r>
              <a:rPr i="1" lang="es" sz="1700">
                <a:solidFill>
                  <a:srgbClr val="595959"/>
                </a:solidFill>
                <a:latin typeface="Roboto Mono"/>
                <a:ea typeface="Roboto Mono"/>
                <a:cs typeface="Roboto Mono"/>
                <a:sym typeface="Roboto Mono"/>
              </a:rPr>
              <a:t>, </a:t>
            </a:r>
            <a:r>
              <a:rPr i="1" lang="es" sz="1700">
                <a:solidFill>
                  <a:srgbClr val="9900FF"/>
                </a:solidFill>
                <a:latin typeface="Roboto Mono"/>
                <a:ea typeface="Roboto Mono"/>
                <a:cs typeface="Roboto Mono"/>
                <a:sym typeface="Roboto Mono"/>
              </a:rPr>
              <a:t>0</a:t>
            </a:r>
            <a:r>
              <a:rPr i="1" lang="es" sz="1700">
                <a:solidFill>
                  <a:srgbClr val="595959"/>
                </a:solidFill>
                <a:latin typeface="Roboto Mono"/>
                <a:ea typeface="Roboto Mono"/>
                <a:cs typeface="Roboto Mono"/>
                <a:sym typeface="Roboto Mono"/>
              </a:rPr>
              <a:t>};</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Enviar el mensaje MIDI</a:t>
            </a:r>
            <a:endParaRPr i="1" sz="17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1700">
                <a:solidFill>
                  <a:schemeClr val="dk1"/>
                </a:solidFill>
                <a:latin typeface="Roboto Mono"/>
                <a:ea typeface="Roboto Mono"/>
                <a:cs typeface="Roboto Mono"/>
                <a:sym typeface="Roboto Mono"/>
              </a:rPr>
              <a:t>MidiUSB.</a:t>
            </a:r>
            <a:r>
              <a:rPr i="1" lang="es" sz="1700">
                <a:solidFill>
                  <a:srgbClr val="4A86E8"/>
                </a:solidFill>
                <a:latin typeface="Roboto Mono"/>
                <a:ea typeface="Roboto Mono"/>
                <a:cs typeface="Roboto Mono"/>
                <a:sym typeface="Roboto Mono"/>
              </a:rPr>
              <a:t>sendMIDI</a:t>
            </a:r>
            <a:r>
              <a:rPr i="1" lang="es" sz="1700">
                <a:solidFill>
                  <a:schemeClr val="dk1"/>
                </a:solidFill>
                <a:latin typeface="Roboto Mono"/>
                <a:ea typeface="Roboto Mono"/>
                <a:cs typeface="Roboto Mono"/>
                <a:sym typeface="Roboto Mono"/>
              </a:rPr>
              <a:t>(noteOff); </a:t>
            </a:r>
            <a:endParaRPr i="1" sz="1700">
              <a:solidFill>
                <a:schemeClr val="dk1"/>
              </a:solidFill>
              <a:latin typeface="Roboto Mono"/>
              <a:ea typeface="Roboto Mono"/>
              <a:cs typeface="Roboto Mono"/>
              <a:sym typeface="Roboto Mono"/>
            </a:endParaRPr>
          </a:p>
          <a:p>
            <a:pPr indent="0" lvl="0" marL="0" rtl="0" algn="l">
              <a:spcBef>
                <a:spcPts val="0"/>
              </a:spcBef>
              <a:spcAft>
                <a:spcPts val="0"/>
              </a:spcAft>
              <a:buNone/>
            </a:pPr>
            <a:r>
              <a:rPr i="1" lang="es" sz="1700">
                <a:solidFill>
                  <a:srgbClr val="595959"/>
                </a:solidFill>
                <a:latin typeface="Roboto Mono"/>
                <a:ea typeface="Roboto Mono"/>
                <a:cs typeface="Roboto Mono"/>
                <a:sym typeface="Roboto Mono"/>
              </a:rPr>
              <a:t>// Nos aseguramos que el mensaje se haya enviado </a:t>
            </a:r>
            <a:r>
              <a:rPr i="1" lang="es" sz="1700">
                <a:solidFill>
                  <a:schemeClr val="dk1"/>
                </a:solidFill>
                <a:latin typeface="Roboto Mono"/>
                <a:ea typeface="Roboto Mono"/>
                <a:cs typeface="Roboto Mono"/>
                <a:sym typeface="Roboto Mono"/>
              </a:rPr>
              <a:t>MidiUSB.</a:t>
            </a:r>
            <a:r>
              <a:rPr i="1" lang="es" sz="1700">
                <a:solidFill>
                  <a:srgbClr val="4A86E8"/>
                </a:solidFill>
                <a:latin typeface="Roboto Mono"/>
                <a:ea typeface="Roboto Mono"/>
                <a:cs typeface="Roboto Mono"/>
                <a:sym typeface="Roboto Mono"/>
              </a:rPr>
              <a:t>flush</a:t>
            </a:r>
            <a:r>
              <a:rPr i="1" lang="es" sz="1700">
                <a:solidFill>
                  <a:schemeClr val="dk1"/>
                </a:solidFill>
                <a:latin typeface="Roboto Mono"/>
                <a:ea typeface="Roboto Mono"/>
                <a:cs typeface="Roboto Mono"/>
                <a:sym typeface="Roboto Mono"/>
              </a:rPr>
              <a:t>();</a:t>
            </a:r>
            <a:endParaRPr i="1" sz="1700">
              <a:solidFill>
                <a:schemeClr val="dk1"/>
              </a:solidFill>
              <a:latin typeface="Roboto Mono"/>
              <a:ea typeface="Roboto Mono"/>
              <a:cs typeface="Roboto Mono"/>
              <a:sym typeface="Roboto Mono"/>
            </a:endParaRPr>
          </a:p>
        </p:txBody>
      </p:sp>
      <p:grpSp>
        <p:nvGrpSpPr>
          <p:cNvPr id="392" name="Google Shape;392;p49"/>
          <p:cNvGrpSpPr/>
          <p:nvPr/>
        </p:nvGrpSpPr>
        <p:grpSpPr>
          <a:xfrm>
            <a:off x="-126275" y="4746700"/>
            <a:ext cx="9270322" cy="401792"/>
            <a:chOff x="0" y="-29340"/>
            <a:chExt cx="2901600" cy="5177731"/>
          </a:xfrm>
        </p:grpSpPr>
        <p:pic>
          <p:nvPicPr>
            <p:cNvPr id="393" name="Google Shape;393;p49"/>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394" name="Google Shape;394;p4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395" name="Google Shape;395;p4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396" name="Google Shape;396;p49"/>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0"/>
          <p:cNvSpPr txBox="1"/>
          <p:nvPr/>
        </p:nvSpPr>
        <p:spPr>
          <a:xfrm>
            <a:off x="3963206" y="3100275"/>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rgbClr val="171616"/>
              </a:solidFill>
              <a:latin typeface="Poppins SemiBold"/>
              <a:ea typeface="Poppins SemiBold"/>
              <a:cs typeface="Poppins SemiBold"/>
              <a:sym typeface="Poppins SemiBold"/>
            </a:endParaRPr>
          </a:p>
        </p:txBody>
      </p:sp>
      <p:sp>
        <p:nvSpPr>
          <p:cNvPr id="402" name="Google Shape;402;p50"/>
          <p:cNvSpPr/>
          <p:nvPr/>
        </p:nvSpPr>
        <p:spPr>
          <a:xfrm flipH="1">
            <a:off x="7631782" y="3611078"/>
            <a:ext cx="641400" cy="641400"/>
          </a:xfrm>
          <a:prstGeom prst="flowChartDelay">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50"/>
          <p:cNvSpPr txBox="1"/>
          <p:nvPr/>
        </p:nvSpPr>
        <p:spPr>
          <a:xfrm>
            <a:off x="1313943" y="187369"/>
            <a:ext cx="73086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3300">
                <a:solidFill>
                  <a:srgbClr val="0233AE"/>
                </a:solidFill>
                <a:latin typeface="Poppins SemiBold"/>
                <a:ea typeface="Poppins SemiBold"/>
                <a:cs typeface="Poppins SemiBold"/>
                <a:sym typeface="Poppins SemiBold"/>
              </a:rPr>
              <a:t>USO DE LIBRERÍA</a:t>
            </a:r>
            <a:endParaRPr sz="3300">
              <a:solidFill>
                <a:srgbClr val="0233AE"/>
              </a:solidFill>
              <a:latin typeface="Poppins SemiBold"/>
              <a:ea typeface="Poppins SemiBold"/>
              <a:cs typeface="Poppins SemiBold"/>
              <a:sym typeface="Poppins SemiBold"/>
            </a:endParaRPr>
          </a:p>
        </p:txBody>
      </p:sp>
      <p:grpSp>
        <p:nvGrpSpPr>
          <p:cNvPr id="404" name="Google Shape;404;p50"/>
          <p:cNvGrpSpPr/>
          <p:nvPr/>
        </p:nvGrpSpPr>
        <p:grpSpPr>
          <a:xfrm>
            <a:off x="521769" y="322345"/>
            <a:ext cx="613322" cy="307165"/>
            <a:chOff x="7228638" y="333378"/>
            <a:chExt cx="1193466" cy="597714"/>
          </a:xfrm>
        </p:grpSpPr>
        <p:sp>
          <p:nvSpPr>
            <p:cNvPr id="405" name="Google Shape;405;p50"/>
            <p:cNvSpPr/>
            <p:nvPr/>
          </p:nvSpPr>
          <p:spPr>
            <a:xfrm rot="5400000">
              <a:off x="7228638" y="334392"/>
              <a:ext cx="596700" cy="596700"/>
            </a:xfrm>
            <a:prstGeom prst="triangle">
              <a:avLst>
                <a:gd fmla="val 50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50"/>
            <p:cNvSpPr/>
            <p:nvPr/>
          </p:nvSpPr>
          <p:spPr>
            <a:xfrm rot="5400000">
              <a:off x="7825404" y="333378"/>
              <a:ext cx="596700" cy="596700"/>
            </a:xfrm>
            <a:prstGeom prst="triangle">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sp>
        <p:nvSpPr>
          <p:cNvPr id="407" name="Google Shape;407;p50"/>
          <p:cNvSpPr txBox="1"/>
          <p:nvPr/>
        </p:nvSpPr>
        <p:spPr>
          <a:xfrm>
            <a:off x="1319381" y="693000"/>
            <a:ext cx="328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a:solidFill>
                  <a:srgbClr val="0233AE"/>
                </a:solidFill>
                <a:latin typeface="Poppins SemiBold"/>
                <a:ea typeface="Poppins SemiBold"/>
                <a:cs typeface="Poppins SemiBold"/>
                <a:sym typeface="Poppins SemiBold"/>
              </a:rPr>
              <a:t>MIDIUSB</a:t>
            </a:r>
            <a:endParaRPr sz="1400">
              <a:solidFill>
                <a:srgbClr val="0233AE"/>
              </a:solidFill>
              <a:latin typeface="Poppins SemiBold"/>
              <a:ea typeface="Poppins SemiBold"/>
              <a:cs typeface="Poppins SemiBold"/>
              <a:sym typeface="Poppins SemiBold"/>
            </a:endParaRPr>
          </a:p>
        </p:txBody>
      </p:sp>
      <p:sp>
        <p:nvSpPr>
          <p:cNvPr id="408" name="Google Shape;408;p50"/>
          <p:cNvSpPr/>
          <p:nvPr/>
        </p:nvSpPr>
        <p:spPr>
          <a:xfrm>
            <a:off x="163325" y="1021300"/>
            <a:ext cx="8840100" cy="3590700"/>
          </a:xfrm>
          <a:prstGeom prst="roundRect">
            <a:avLst>
              <a:gd fmla="val 16667" name="adj"/>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0"/>
          <p:cNvSpPr txBox="1"/>
          <p:nvPr/>
        </p:nvSpPr>
        <p:spPr>
          <a:xfrm>
            <a:off x="478375" y="1349025"/>
            <a:ext cx="80226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2000">
                <a:solidFill>
                  <a:srgbClr val="595959"/>
                </a:solidFill>
                <a:latin typeface="Roboto Mono"/>
                <a:ea typeface="Roboto Mono"/>
                <a:cs typeface="Roboto Mono"/>
                <a:sym typeface="Roboto Mono"/>
              </a:rPr>
              <a:t>// Encender nota</a:t>
            </a:r>
            <a:endParaRPr i="1" sz="20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2000">
                <a:solidFill>
                  <a:srgbClr val="980000"/>
                </a:solidFill>
                <a:latin typeface="Roboto Mono"/>
                <a:ea typeface="Roboto Mono"/>
                <a:cs typeface="Roboto Mono"/>
                <a:sym typeface="Roboto Mono"/>
              </a:rPr>
              <a:t>midiEventPacket_t</a:t>
            </a:r>
            <a:r>
              <a:rPr i="1" lang="es" sz="2000">
                <a:solidFill>
                  <a:srgbClr val="595959"/>
                </a:solidFill>
                <a:latin typeface="Roboto Mono"/>
                <a:ea typeface="Roboto Mono"/>
                <a:cs typeface="Roboto Mono"/>
                <a:sym typeface="Roboto Mono"/>
              </a:rPr>
              <a:t> </a:t>
            </a:r>
            <a:r>
              <a:rPr i="1" lang="es" sz="2000">
                <a:solidFill>
                  <a:schemeClr val="dk1"/>
                </a:solidFill>
                <a:latin typeface="Roboto Mono"/>
                <a:ea typeface="Roboto Mono"/>
                <a:cs typeface="Roboto Mono"/>
                <a:sym typeface="Roboto Mono"/>
              </a:rPr>
              <a:t>noteOn =</a:t>
            </a:r>
            <a:r>
              <a:rPr i="1" lang="es" sz="2000">
                <a:solidFill>
                  <a:srgbClr val="595959"/>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0x09</a:t>
            </a:r>
            <a:r>
              <a:rPr i="1" lang="es" sz="2000">
                <a:solidFill>
                  <a:srgbClr val="595959"/>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0x90</a:t>
            </a:r>
            <a:r>
              <a:rPr i="1" lang="es" sz="2000">
                <a:solidFill>
                  <a:srgbClr val="595959"/>
                </a:solidFill>
                <a:latin typeface="Roboto Mono"/>
                <a:ea typeface="Roboto Mono"/>
                <a:cs typeface="Roboto Mono"/>
                <a:sym typeface="Roboto Mono"/>
              </a:rPr>
              <a:t> | </a:t>
            </a:r>
            <a:r>
              <a:rPr i="1" lang="es" sz="2000">
                <a:solidFill>
                  <a:srgbClr val="9900FF"/>
                </a:solidFill>
                <a:latin typeface="Roboto Mono"/>
                <a:ea typeface="Roboto Mono"/>
                <a:cs typeface="Roboto Mono"/>
                <a:sym typeface="Roboto Mono"/>
              </a:rPr>
              <a:t>0</a:t>
            </a:r>
            <a:r>
              <a:rPr i="1" lang="es" sz="2000">
                <a:solidFill>
                  <a:srgbClr val="595959"/>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64</a:t>
            </a:r>
            <a:r>
              <a:rPr i="1" lang="es" sz="2000">
                <a:solidFill>
                  <a:srgbClr val="595959"/>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64</a:t>
            </a:r>
            <a:r>
              <a:rPr i="1" lang="es" sz="2000">
                <a:solidFill>
                  <a:srgbClr val="595959"/>
                </a:solidFill>
                <a:latin typeface="Roboto Mono"/>
                <a:ea typeface="Roboto Mono"/>
                <a:cs typeface="Roboto Mono"/>
                <a:sym typeface="Roboto Mono"/>
              </a:rPr>
              <a:t>};</a:t>
            </a:r>
            <a:endParaRPr i="1" sz="2000">
              <a:solidFill>
                <a:srgbClr val="595959"/>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1"/>
                </a:solidFill>
                <a:latin typeface="Roboto Mono"/>
                <a:ea typeface="Roboto Mono"/>
                <a:cs typeface="Roboto Mono"/>
                <a:sym typeface="Roboto Mono"/>
              </a:rPr>
              <a:t>MidiUSB.</a:t>
            </a:r>
            <a:r>
              <a:rPr i="1" lang="es" sz="2000">
                <a:solidFill>
                  <a:srgbClr val="4A86E8"/>
                </a:solidFill>
                <a:latin typeface="Roboto Mono"/>
                <a:ea typeface="Roboto Mono"/>
                <a:cs typeface="Roboto Mono"/>
                <a:sym typeface="Roboto Mono"/>
              </a:rPr>
              <a:t>sendMIDI</a:t>
            </a:r>
            <a:r>
              <a:rPr i="1" lang="es" sz="2000">
                <a:solidFill>
                  <a:schemeClr val="dk1"/>
                </a:solidFill>
                <a:latin typeface="Roboto Mono"/>
                <a:ea typeface="Roboto Mono"/>
                <a:cs typeface="Roboto Mono"/>
                <a:sym typeface="Roboto Mono"/>
              </a:rPr>
              <a:t>(noteOn); </a:t>
            </a:r>
            <a:endParaRPr i="1" sz="2000">
              <a:solidFill>
                <a:schemeClr val="dk1"/>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1"/>
                </a:solidFill>
                <a:latin typeface="Roboto Mono"/>
                <a:ea typeface="Roboto Mono"/>
                <a:cs typeface="Roboto Mono"/>
                <a:sym typeface="Roboto Mono"/>
              </a:rPr>
              <a:t>MidiUSB.</a:t>
            </a:r>
            <a:r>
              <a:rPr i="1" lang="es" sz="2000">
                <a:solidFill>
                  <a:srgbClr val="4A86E8"/>
                </a:solidFill>
                <a:latin typeface="Roboto Mono"/>
                <a:ea typeface="Roboto Mono"/>
                <a:cs typeface="Roboto Mono"/>
                <a:sym typeface="Roboto Mono"/>
              </a:rPr>
              <a:t>flush</a:t>
            </a:r>
            <a:r>
              <a:rPr i="1" lang="es" sz="2000">
                <a:solidFill>
                  <a:schemeClr val="dk1"/>
                </a:solidFill>
                <a:latin typeface="Roboto Mono"/>
                <a:ea typeface="Roboto Mono"/>
                <a:cs typeface="Roboto Mono"/>
                <a:sym typeface="Roboto Mono"/>
              </a:rPr>
              <a:t>();</a:t>
            </a:r>
            <a:endParaRPr i="1" sz="2000">
              <a:solidFill>
                <a:schemeClr val="dk1"/>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2"/>
                </a:solidFill>
                <a:latin typeface="Roboto Mono"/>
                <a:ea typeface="Roboto Mono"/>
                <a:cs typeface="Roboto Mono"/>
                <a:sym typeface="Roboto Mono"/>
              </a:rPr>
              <a:t>// Pausa</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2000">
                <a:solidFill>
                  <a:schemeClr val="dk1"/>
                </a:solidFill>
                <a:latin typeface="Roboto Mono"/>
                <a:ea typeface="Roboto Mono"/>
                <a:cs typeface="Roboto Mono"/>
                <a:sym typeface="Roboto Mono"/>
              </a:rPr>
              <a:t>delay(1000);</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2000">
                <a:solidFill>
                  <a:schemeClr val="dk2"/>
                </a:solidFill>
                <a:latin typeface="Roboto Mono"/>
                <a:ea typeface="Roboto Mono"/>
                <a:cs typeface="Roboto Mono"/>
                <a:sym typeface="Roboto Mono"/>
              </a:rPr>
              <a:t>// Apagar Nota</a:t>
            </a:r>
            <a:endParaRPr i="1" sz="20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2000">
                <a:solidFill>
                  <a:srgbClr val="980000"/>
                </a:solidFill>
                <a:latin typeface="Roboto Mono"/>
                <a:ea typeface="Roboto Mono"/>
                <a:cs typeface="Roboto Mono"/>
                <a:sym typeface="Roboto Mono"/>
              </a:rPr>
              <a:t>midiEventPacket_t</a:t>
            </a:r>
            <a:r>
              <a:rPr i="1" lang="es" sz="2000">
                <a:solidFill>
                  <a:schemeClr val="dk2"/>
                </a:solidFill>
                <a:latin typeface="Roboto Mono"/>
                <a:ea typeface="Roboto Mono"/>
                <a:cs typeface="Roboto Mono"/>
                <a:sym typeface="Roboto Mono"/>
              </a:rPr>
              <a:t> </a:t>
            </a:r>
            <a:r>
              <a:rPr i="1" lang="es" sz="2000">
                <a:solidFill>
                  <a:schemeClr val="dk1"/>
                </a:solidFill>
                <a:latin typeface="Roboto Mono"/>
                <a:ea typeface="Roboto Mono"/>
                <a:cs typeface="Roboto Mono"/>
                <a:sym typeface="Roboto Mono"/>
              </a:rPr>
              <a:t>noteOff =</a:t>
            </a:r>
            <a:r>
              <a:rPr i="1" lang="es" sz="2000">
                <a:solidFill>
                  <a:schemeClr val="dk2"/>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0x08</a:t>
            </a:r>
            <a:r>
              <a:rPr i="1" lang="es" sz="2000">
                <a:solidFill>
                  <a:schemeClr val="dk2"/>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0x80</a:t>
            </a:r>
            <a:r>
              <a:rPr i="1" lang="es" sz="2000">
                <a:solidFill>
                  <a:schemeClr val="dk2"/>
                </a:solidFill>
                <a:latin typeface="Roboto Mono"/>
                <a:ea typeface="Roboto Mono"/>
                <a:cs typeface="Roboto Mono"/>
                <a:sym typeface="Roboto Mono"/>
              </a:rPr>
              <a:t> | </a:t>
            </a:r>
            <a:r>
              <a:rPr i="1" lang="es" sz="2000">
                <a:solidFill>
                  <a:srgbClr val="9900FF"/>
                </a:solidFill>
                <a:latin typeface="Roboto Mono"/>
                <a:ea typeface="Roboto Mono"/>
                <a:cs typeface="Roboto Mono"/>
                <a:sym typeface="Roboto Mono"/>
              </a:rPr>
              <a:t>0</a:t>
            </a:r>
            <a:r>
              <a:rPr i="1" lang="es" sz="2000">
                <a:solidFill>
                  <a:schemeClr val="dk2"/>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64</a:t>
            </a:r>
            <a:r>
              <a:rPr i="1" lang="es" sz="2000">
                <a:solidFill>
                  <a:schemeClr val="dk2"/>
                </a:solidFill>
                <a:latin typeface="Roboto Mono"/>
                <a:ea typeface="Roboto Mono"/>
                <a:cs typeface="Roboto Mono"/>
                <a:sym typeface="Roboto Mono"/>
              </a:rPr>
              <a:t>, </a:t>
            </a:r>
            <a:r>
              <a:rPr i="1" lang="es" sz="2000">
                <a:solidFill>
                  <a:srgbClr val="9900FF"/>
                </a:solidFill>
                <a:latin typeface="Roboto Mono"/>
                <a:ea typeface="Roboto Mono"/>
                <a:cs typeface="Roboto Mono"/>
                <a:sym typeface="Roboto Mono"/>
              </a:rPr>
              <a:t>0</a:t>
            </a:r>
            <a:r>
              <a:rPr i="1" lang="es" sz="2000">
                <a:solidFill>
                  <a:schemeClr val="dk2"/>
                </a:solidFill>
                <a:latin typeface="Roboto Mono"/>
                <a:ea typeface="Roboto Mono"/>
                <a:cs typeface="Roboto Mono"/>
                <a:sym typeface="Roboto Mono"/>
              </a:rPr>
              <a:t>};</a:t>
            </a:r>
            <a:endParaRPr i="1" sz="2000">
              <a:solidFill>
                <a:schemeClr val="dk2"/>
              </a:solidFill>
              <a:latin typeface="Roboto Mono"/>
              <a:ea typeface="Roboto Mono"/>
              <a:cs typeface="Roboto Mono"/>
              <a:sym typeface="Roboto Mono"/>
            </a:endParaRPr>
          </a:p>
          <a:p>
            <a:pPr indent="0" lvl="0" marL="0" rtl="0" algn="l">
              <a:spcBef>
                <a:spcPts val="0"/>
              </a:spcBef>
              <a:spcAft>
                <a:spcPts val="0"/>
              </a:spcAft>
              <a:buNone/>
            </a:pPr>
            <a:r>
              <a:rPr i="1" lang="es" sz="2000">
                <a:solidFill>
                  <a:schemeClr val="dk1"/>
                </a:solidFill>
                <a:latin typeface="Roboto Mono"/>
                <a:ea typeface="Roboto Mono"/>
                <a:cs typeface="Roboto Mono"/>
                <a:sym typeface="Roboto Mono"/>
              </a:rPr>
              <a:t>MidiUSB.</a:t>
            </a:r>
            <a:r>
              <a:rPr i="1" lang="es" sz="2000">
                <a:solidFill>
                  <a:srgbClr val="4A86E8"/>
                </a:solidFill>
                <a:latin typeface="Roboto Mono"/>
                <a:ea typeface="Roboto Mono"/>
                <a:cs typeface="Roboto Mono"/>
                <a:sym typeface="Roboto Mono"/>
              </a:rPr>
              <a:t>sendMIDI</a:t>
            </a:r>
            <a:r>
              <a:rPr i="1" lang="es" sz="2000">
                <a:solidFill>
                  <a:schemeClr val="dk1"/>
                </a:solidFill>
                <a:latin typeface="Roboto Mono"/>
                <a:ea typeface="Roboto Mono"/>
                <a:cs typeface="Roboto Mono"/>
                <a:sym typeface="Roboto Mono"/>
              </a:rPr>
              <a:t>(noteOff); </a:t>
            </a:r>
            <a:endParaRPr i="1" sz="20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s" sz="2000">
                <a:solidFill>
                  <a:schemeClr val="dk1"/>
                </a:solidFill>
                <a:latin typeface="Roboto Mono"/>
                <a:ea typeface="Roboto Mono"/>
                <a:cs typeface="Roboto Mono"/>
                <a:sym typeface="Roboto Mono"/>
              </a:rPr>
              <a:t>MidiUSB.</a:t>
            </a:r>
            <a:r>
              <a:rPr i="1" lang="es" sz="2000">
                <a:solidFill>
                  <a:srgbClr val="4A86E8"/>
                </a:solidFill>
                <a:latin typeface="Roboto Mono"/>
                <a:ea typeface="Roboto Mono"/>
                <a:cs typeface="Roboto Mono"/>
                <a:sym typeface="Roboto Mono"/>
              </a:rPr>
              <a:t>flush</a:t>
            </a:r>
            <a:r>
              <a:rPr i="1" lang="es" sz="2000">
                <a:solidFill>
                  <a:schemeClr val="dk1"/>
                </a:solidFill>
                <a:latin typeface="Roboto Mono"/>
                <a:ea typeface="Roboto Mono"/>
                <a:cs typeface="Roboto Mono"/>
                <a:sym typeface="Roboto Mono"/>
              </a:rPr>
              <a:t>();</a:t>
            </a:r>
            <a:endParaRPr i="1" sz="2000">
              <a:solidFill>
                <a:schemeClr val="dk1"/>
              </a:solidFill>
              <a:latin typeface="Roboto Mono"/>
              <a:ea typeface="Roboto Mono"/>
              <a:cs typeface="Roboto Mono"/>
              <a:sym typeface="Roboto Mono"/>
            </a:endParaRPr>
          </a:p>
        </p:txBody>
      </p:sp>
      <p:sp>
        <p:nvSpPr>
          <p:cNvPr id="410" name="Google Shape;410;p5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grpSp>
        <p:nvGrpSpPr>
          <p:cNvPr id="411" name="Google Shape;411;p50"/>
          <p:cNvGrpSpPr/>
          <p:nvPr/>
        </p:nvGrpSpPr>
        <p:grpSpPr>
          <a:xfrm>
            <a:off x="-126275" y="4746700"/>
            <a:ext cx="9270322" cy="401792"/>
            <a:chOff x="0" y="-29340"/>
            <a:chExt cx="2901600" cy="5177731"/>
          </a:xfrm>
        </p:grpSpPr>
        <p:pic>
          <p:nvPicPr>
            <p:cNvPr id="412" name="Google Shape;412;p50"/>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413" name="Google Shape;413;p5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pic>
        <p:nvPicPr>
          <p:cNvPr id="414" name="Google Shape;414;p50"/>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txBox="1"/>
          <p:nvPr/>
        </p:nvSpPr>
        <p:spPr>
          <a:xfrm>
            <a:off x="188125" y="64625"/>
            <a:ext cx="85746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0233AE"/>
              </a:buClr>
              <a:buSzPts val="1800"/>
              <a:buFont typeface="Poppins"/>
              <a:buChar char="●"/>
            </a:pPr>
            <a:r>
              <a:rPr b="1" lang="es" sz="1800">
                <a:solidFill>
                  <a:srgbClr val="0233AE"/>
                </a:solidFill>
                <a:latin typeface="Poppins"/>
                <a:ea typeface="Poppins"/>
                <a:cs typeface="Poppins"/>
                <a:sym typeface="Poppins"/>
              </a:rPr>
              <a:t>Recordemos </a:t>
            </a:r>
            <a:r>
              <a:rPr b="1" lang="es" sz="1800">
                <a:solidFill>
                  <a:srgbClr val="0233AE"/>
                </a:solidFill>
                <a:latin typeface="Poppins"/>
                <a:ea typeface="Poppins"/>
                <a:cs typeface="Poppins"/>
                <a:sym typeface="Poppins"/>
              </a:rPr>
              <a:t>cómo</a:t>
            </a:r>
            <a:r>
              <a:rPr b="1" lang="es" sz="1800">
                <a:solidFill>
                  <a:srgbClr val="0233AE"/>
                </a:solidFill>
                <a:latin typeface="Poppins"/>
                <a:ea typeface="Poppins"/>
                <a:cs typeface="Poppins"/>
                <a:sym typeface="Poppins"/>
              </a:rPr>
              <a:t> usar el input pullup</a:t>
            </a:r>
            <a:endParaRPr b="1" sz="1800">
              <a:solidFill>
                <a:srgbClr val="0233AE"/>
              </a:solidFill>
              <a:latin typeface="Poppins"/>
              <a:ea typeface="Poppins"/>
              <a:cs typeface="Poppins"/>
              <a:sym typeface="Poppins"/>
            </a:endParaRPr>
          </a:p>
        </p:txBody>
      </p:sp>
      <p:sp>
        <p:nvSpPr>
          <p:cNvPr id="420" name="Google Shape;420;p51"/>
          <p:cNvSpPr/>
          <p:nvPr/>
        </p:nvSpPr>
        <p:spPr>
          <a:xfrm>
            <a:off x="1107075" y="3919925"/>
            <a:ext cx="7189200" cy="749100"/>
          </a:xfrm>
          <a:prstGeom prst="roundRect">
            <a:avLst>
              <a:gd fmla="val 16667" name="adj"/>
            </a:avLst>
          </a:prstGeom>
          <a:solidFill>
            <a:srgbClr val="FFC00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2000">
                <a:solidFill>
                  <a:srgbClr val="FFFFFF"/>
                </a:solidFill>
                <a:latin typeface="Poppins"/>
                <a:ea typeface="Poppins"/>
                <a:cs typeface="Poppins"/>
                <a:sym typeface="Poppins"/>
              </a:rPr>
              <a:t>Con esto como base, resuelve el siguiente desafío</a:t>
            </a:r>
            <a:endParaRPr sz="2000">
              <a:solidFill>
                <a:srgbClr val="FFFFFF"/>
              </a:solidFill>
              <a:latin typeface="Poppins"/>
              <a:ea typeface="Poppins"/>
              <a:cs typeface="Poppins"/>
              <a:sym typeface="Poppins"/>
            </a:endParaRPr>
          </a:p>
        </p:txBody>
      </p:sp>
      <p:pic>
        <p:nvPicPr>
          <p:cNvPr id="421" name="Google Shape;421;p51"/>
          <p:cNvPicPr preferRelativeResize="0"/>
          <p:nvPr/>
        </p:nvPicPr>
        <p:blipFill>
          <a:blip r:embed="rId3">
            <a:alphaModFix/>
          </a:blip>
          <a:stretch>
            <a:fillRect/>
          </a:stretch>
        </p:blipFill>
        <p:spPr>
          <a:xfrm>
            <a:off x="1355363" y="526325"/>
            <a:ext cx="5987126" cy="3393600"/>
          </a:xfrm>
          <a:prstGeom prst="rect">
            <a:avLst/>
          </a:prstGeom>
          <a:noFill/>
          <a:ln>
            <a:noFill/>
          </a:ln>
        </p:spPr>
      </p:pic>
      <p:grpSp>
        <p:nvGrpSpPr>
          <p:cNvPr id="422" name="Google Shape;422;p51"/>
          <p:cNvGrpSpPr/>
          <p:nvPr/>
        </p:nvGrpSpPr>
        <p:grpSpPr>
          <a:xfrm>
            <a:off x="-126275" y="4746700"/>
            <a:ext cx="9270322" cy="401792"/>
            <a:chOff x="0" y="-29340"/>
            <a:chExt cx="2901600" cy="5177731"/>
          </a:xfrm>
        </p:grpSpPr>
        <p:pic>
          <p:nvPicPr>
            <p:cNvPr id="423" name="Google Shape;423;p51"/>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424" name="Google Shape;424;p5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25" name="Google Shape;425;p51"/>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26" name="Google Shape;426;p51"/>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grpSp>
        <p:nvGrpSpPr>
          <p:cNvPr id="431" name="Google Shape;431;p52"/>
          <p:cNvGrpSpPr/>
          <p:nvPr/>
        </p:nvGrpSpPr>
        <p:grpSpPr>
          <a:xfrm>
            <a:off x="-10633" y="-29340"/>
            <a:ext cx="2901600" cy="5177731"/>
            <a:chOff x="0" y="-29340"/>
            <a:chExt cx="2901600" cy="5177731"/>
          </a:xfrm>
        </p:grpSpPr>
        <p:pic>
          <p:nvPicPr>
            <p:cNvPr id="432" name="Google Shape;432;p52"/>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433" name="Google Shape;433;p5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34" name="Google Shape;434;p52"/>
          <p:cNvSpPr txBox="1"/>
          <p:nvPr/>
        </p:nvSpPr>
        <p:spPr>
          <a:xfrm rot="-903">
            <a:off x="297624" y="2359119"/>
            <a:ext cx="2285100" cy="400800"/>
          </a:xfrm>
          <a:prstGeom prst="rect">
            <a:avLst/>
          </a:prstGeom>
          <a:noFill/>
          <a:ln>
            <a:noFill/>
          </a:ln>
        </p:spPr>
        <p:txBody>
          <a:bodyPr anchorCtr="0" anchor="t" bIns="91425" lIns="91425" spcFirstLastPara="1" rIns="91425" wrap="square" tIns="91425">
            <a:noAutofit/>
          </a:bodyPr>
          <a:lstStyle/>
          <a:p>
            <a:pPr indent="0" lvl="0" marL="114300" marR="0" rtl="0" algn="ctr">
              <a:lnSpc>
                <a:spcPct val="100000"/>
              </a:lnSpc>
              <a:spcBef>
                <a:spcPts val="0"/>
              </a:spcBef>
              <a:spcAft>
                <a:spcPts val="0"/>
              </a:spcAft>
              <a:buNone/>
            </a:pPr>
            <a:r>
              <a:rPr b="1" lang="es" sz="1800">
                <a:solidFill>
                  <a:srgbClr val="FFFFFF"/>
                </a:solidFill>
                <a:latin typeface="Poppins SemiBold"/>
                <a:ea typeface="Poppins SemiBold"/>
                <a:cs typeface="Poppins SemiBold"/>
                <a:sym typeface="Poppins SemiBold"/>
              </a:rPr>
              <a:t>DESAFÍO</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435" name="Google Shape;435;p52"/>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sp>
        <p:nvSpPr>
          <p:cNvPr id="436" name="Google Shape;436;p52"/>
          <p:cNvSpPr txBox="1"/>
          <p:nvPr/>
        </p:nvSpPr>
        <p:spPr>
          <a:xfrm rot="-958">
            <a:off x="3356625" y="1344072"/>
            <a:ext cx="5384100" cy="30297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11009C"/>
              </a:buClr>
              <a:buSzPts val="1800"/>
              <a:buChar char="●"/>
            </a:pPr>
            <a:r>
              <a:rPr b="1" lang="es" sz="1800">
                <a:solidFill>
                  <a:srgbClr val="11009C"/>
                </a:solidFill>
                <a:latin typeface="Poppins SemiBold"/>
                <a:ea typeface="Poppins SemiBold"/>
                <a:cs typeface="Poppins SemiBold"/>
                <a:sym typeface="Poppins SemiBold"/>
              </a:rPr>
              <a:t>ON/OFF: </a:t>
            </a:r>
            <a:r>
              <a:rPr lang="es" sz="1800">
                <a:solidFill>
                  <a:srgbClr val="11009C"/>
                </a:solidFill>
                <a:latin typeface="Poppins"/>
                <a:ea typeface="Poppins"/>
                <a:cs typeface="Poppins"/>
                <a:sym typeface="Poppins"/>
              </a:rPr>
              <a:t>Utiliza un botón para encender y apagar una sola nota con MIDI.</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1800">
              <a:solidFill>
                <a:srgbClr val="11009C"/>
              </a:solidFill>
              <a:latin typeface="Poppins"/>
              <a:ea typeface="Poppins"/>
              <a:cs typeface="Poppins"/>
              <a:sym typeface="Poppins"/>
            </a:endParaRPr>
          </a:p>
          <a:p>
            <a:pPr indent="-342900" lvl="0" marL="457200" marR="0" rtl="0" algn="just">
              <a:lnSpc>
                <a:spcPct val="100000"/>
              </a:lnSpc>
              <a:spcBef>
                <a:spcPts val="0"/>
              </a:spcBef>
              <a:spcAft>
                <a:spcPts val="0"/>
              </a:spcAft>
              <a:buClr>
                <a:srgbClr val="11009C"/>
              </a:buClr>
              <a:buSzPts val="1800"/>
              <a:buChar char="●"/>
            </a:pPr>
            <a:r>
              <a:rPr b="1" lang="es" sz="1800">
                <a:solidFill>
                  <a:srgbClr val="11009C"/>
                </a:solidFill>
                <a:latin typeface="Poppins"/>
                <a:ea typeface="Poppins"/>
                <a:cs typeface="Poppins"/>
                <a:sym typeface="Poppins"/>
              </a:rPr>
              <a:t>Escala</a:t>
            </a:r>
            <a:r>
              <a:rPr lang="es" sz="1800">
                <a:solidFill>
                  <a:srgbClr val="11009C"/>
                </a:solidFill>
                <a:latin typeface="Poppins"/>
                <a:ea typeface="Poppins"/>
                <a:cs typeface="Poppins"/>
                <a:sym typeface="Poppins"/>
              </a:rPr>
              <a:t>: Una vez apretado el botón debe emitirse una serie de notas que completen la escala de notas (de do a si).</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11009C"/>
              </a:solidFill>
            </a:endParaRPr>
          </a:p>
        </p:txBody>
      </p:sp>
      <p:pic>
        <p:nvPicPr>
          <p:cNvPr id="437" name="Google Shape;437;p52"/>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sp>
        <p:nvSpPr>
          <p:cNvPr id="442" name="Google Shape;442;p53"/>
          <p:cNvSpPr txBox="1"/>
          <p:nvPr/>
        </p:nvSpPr>
        <p:spPr>
          <a:xfrm>
            <a:off x="129404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4100">
                <a:solidFill>
                  <a:srgbClr val="11009C"/>
                </a:solidFill>
                <a:latin typeface="Poppins SemiBold"/>
                <a:ea typeface="Poppins SemiBold"/>
                <a:cs typeface="Poppins SemiBold"/>
                <a:sym typeface="Poppins SemiBold"/>
              </a:rPr>
              <a:t>PASO 1.1</a:t>
            </a:r>
            <a:endParaRPr sz="4200">
              <a:solidFill>
                <a:srgbClr val="11009C"/>
              </a:solidFill>
              <a:latin typeface="Poppins SemiBold"/>
              <a:ea typeface="Poppins SemiBold"/>
              <a:cs typeface="Poppins SemiBold"/>
              <a:sym typeface="Poppins SemiBold"/>
            </a:endParaRPr>
          </a:p>
        </p:txBody>
      </p:sp>
      <p:sp>
        <p:nvSpPr>
          <p:cNvPr id="443" name="Google Shape;443;p53"/>
          <p:cNvSpPr txBox="1"/>
          <p:nvPr/>
        </p:nvSpPr>
        <p:spPr>
          <a:xfrm>
            <a:off x="2069563" y="1895825"/>
            <a:ext cx="5115000" cy="1893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Clr>
                <a:schemeClr val="dk1"/>
              </a:buClr>
              <a:buFont typeface="Arial"/>
              <a:buNone/>
            </a:pPr>
            <a:r>
              <a:rPr b="1" i="1" lang="es" sz="3800">
                <a:solidFill>
                  <a:srgbClr val="11009C"/>
                </a:solidFill>
                <a:latin typeface="Poppins"/>
                <a:ea typeface="Poppins"/>
                <a:cs typeface="Poppins"/>
                <a:sym typeface="Poppins"/>
              </a:rPr>
              <a:t>Modificando el sonido del sintetizador</a:t>
            </a:r>
            <a:endParaRPr b="1" i="1" sz="3800">
              <a:solidFill>
                <a:srgbClr val="11009C"/>
              </a:solidFill>
              <a:latin typeface="Poppins"/>
              <a:ea typeface="Poppins"/>
              <a:cs typeface="Poppins"/>
              <a:sym typeface="Poppins"/>
            </a:endParaRPr>
          </a:p>
        </p:txBody>
      </p:sp>
      <p:sp>
        <p:nvSpPr>
          <p:cNvPr id="444" name="Google Shape;444;p53"/>
          <p:cNvSpPr/>
          <p:nvPr/>
        </p:nvSpPr>
        <p:spPr>
          <a:xfrm>
            <a:off x="-1384447" y="-1240150"/>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45" name="Google Shape;445;p53"/>
          <p:cNvSpPr/>
          <p:nvPr/>
        </p:nvSpPr>
        <p:spPr>
          <a:xfrm rot="-3774507">
            <a:off x="7209336" y="3548436"/>
            <a:ext cx="1065844" cy="1026932"/>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46" name="Google Shape;446;p53"/>
          <p:cNvSpPr/>
          <p:nvPr/>
        </p:nvSpPr>
        <p:spPr>
          <a:xfrm rot="1264960">
            <a:off x="257474" y="3636402"/>
            <a:ext cx="1065845" cy="1027183"/>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47" name="Google Shape;447;p53"/>
          <p:cNvSpPr/>
          <p:nvPr/>
        </p:nvSpPr>
        <p:spPr>
          <a:xfrm rot="4516456">
            <a:off x="7026104" y="737960"/>
            <a:ext cx="1717204" cy="1717204"/>
          </a:xfrm>
          <a:prstGeom prst="pie">
            <a:avLst>
              <a:gd fmla="val 0" name="adj1"/>
              <a:gd fmla="val 16200000" name="adj2"/>
            </a:avLst>
          </a:prstGeom>
          <a:solidFill>
            <a:srgbClr val="1100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48" name="Google Shape;448;p53"/>
          <p:cNvGrpSpPr/>
          <p:nvPr/>
        </p:nvGrpSpPr>
        <p:grpSpPr>
          <a:xfrm>
            <a:off x="-126275" y="4746700"/>
            <a:ext cx="9270322" cy="401792"/>
            <a:chOff x="0" y="-29340"/>
            <a:chExt cx="2901600" cy="5177731"/>
          </a:xfrm>
        </p:grpSpPr>
        <p:pic>
          <p:nvPicPr>
            <p:cNvPr id="449" name="Google Shape;449;p53"/>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450" name="Google Shape;450;p53"/>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51" name="Google Shape;451;p53"/>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52" name="Google Shape;452;p53"/>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54"/>
          <p:cNvPicPr preferRelativeResize="0"/>
          <p:nvPr/>
        </p:nvPicPr>
        <p:blipFill rotWithShape="1">
          <a:blip r:embed="rId3">
            <a:alphaModFix/>
          </a:blip>
          <a:srcRect b="0" l="0" r="77199" t="0"/>
          <a:stretch/>
        </p:blipFill>
        <p:spPr>
          <a:xfrm>
            <a:off x="243328" y="850750"/>
            <a:ext cx="1910226" cy="3571124"/>
          </a:xfrm>
          <a:prstGeom prst="rect">
            <a:avLst/>
          </a:prstGeom>
          <a:noFill/>
          <a:ln>
            <a:noFill/>
          </a:ln>
        </p:spPr>
      </p:pic>
      <p:sp>
        <p:nvSpPr>
          <p:cNvPr id="458" name="Google Shape;458;p54"/>
          <p:cNvSpPr txBox="1"/>
          <p:nvPr/>
        </p:nvSpPr>
        <p:spPr>
          <a:xfrm>
            <a:off x="2608800" y="197975"/>
            <a:ext cx="6535200" cy="2216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MASTER:</a:t>
            </a:r>
            <a:endParaRPr b="1"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VOLUME: </a:t>
            </a:r>
            <a:r>
              <a:rPr lang="es" sz="2000">
                <a:solidFill>
                  <a:srgbClr val="11009C"/>
                </a:solidFill>
                <a:latin typeface="Poppins"/>
                <a:ea typeface="Poppins"/>
                <a:cs typeface="Poppins"/>
                <a:sym typeface="Poppins"/>
              </a:rPr>
              <a:t>Controla</a:t>
            </a:r>
            <a:r>
              <a:rPr lang="es" sz="2000">
                <a:solidFill>
                  <a:srgbClr val="11009C"/>
                </a:solidFill>
                <a:latin typeface="Poppins"/>
                <a:ea typeface="Poppins"/>
                <a:cs typeface="Poppins"/>
                <a:sym typeface="Poppins"/>
              </a:rPr>
              <a:t> el volumen del sonido generado por el sintetizador</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FINE: </a:t>
            </a:r>
            <a:r>
              <a:rPr lang="es" sz="2000">
                <a:solidFill>
                  <a:srgbClr val="11009C"/>
                </a:solidFill>
                <a:latin typeface="Poppins"/>
                <a:ea typeface="Poppins"/>
                <a:cs typeface="Poppins"/>
                <a:sym typeface="Poppins"/>
              </a:rPr>
              <a:t>Ajustes finos a la frecuencia del sonido</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COARSE: </a:t>
            </a:r>
            <a:r>
              <a:rPr lang="es" sz="2000">
                <a:solidFill>
                  <a:srgbClr val="11009C"/>
                </a:solidFill>
                <a:latin typeface="Poppins"/>
                <a:ea typeface="Poppins"/>
                <a:cs typeface="Poppins"/>
                <a:sym typeface="Poppins"/>
              </a:rPr>
              <a:t>Ajustes grandes a la frecuencia del sonido</a:t>
            </a:r>
            <a:endParaRPr sz="2000">
              <a:solidFill>
                <a:srgbClr val="11009C"/>
              </a:solidFill>
              <a:latin typeface="Poppins"/>
              <a:ea typeface="Poppins"/>
              <a:cs typeface="Poppins"/>
              <a:sym typeface="Poppins"/>
            </a:endParaRPr>
          </a:p>
        </p:txBody>
      </p:sp>
      <p:sp>
        <p:nvSpPr>
          <p:cNvPr id="459" name="Google Shape;459;p54"/>
          <p:cNvSpPr txBox="1"/>
          <p:nvPr/>
        </p:nvSpPr>
        <p:spPr>
          <a:xfrm>
            <a:off x="2608800" y="2571750"/>
            <a:ext cx="6535200" cy="2216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GLOBAL</a:t>
            </a:r>
            <a:r>
              <a:rPr b="1" lang="es" sz="2000">
                <a:solidFill>
                  <a:srgbClr val="11009C"/>
                </a:solidFill>
                <a:latin typeface="Poppins"/>
                <a:ea typeface="Poppins"/>
                <a:cs typeface="Poppins"/>
                <a:sym typeface="Poppins"/>
              </a:rPr>
              <a:t>:</a:t>
            </a:r>
            <a:endParaRPr b="1"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SPREAD: </a:t>
            </a:r>
            <a:r>
              <a:rPr lang="es" sz="2000">
                <a:solidFill>
                  <a:srgbClr val="11009C"/>
                </a:solidFill>
                <a:latin typeface="Poppins"/>
                <a:ea typeface="Poppins"/>
                <a:cs typeface="Poppins"/>
                <a:sym typeface="Poppins"/>
              </a:rPr>
              <a:t>Desafina los osciladores para simular sintetizadores viejos</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UNISON</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Colapsa todas las notas a una</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GLIDE</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Conecta la ultima nota con la nota siguiente de manera fluida</a:t>
            </a:r>
            <a:endParaRPr sz="2000">
              <a:solidFill>
                <a:srgbClr val="11009C"/>
              </a:solidFill>
              <a:latin typeface="Poppins"/>
              <a:ea typeface="Poppins"/>
              <a:cs typeface="Poppins"/>
              <a:sym typeface="Poppins"/>
            </a:endParaRPr>
          </a:p>
        </p:txBody>
      </p:sp>
      <p:grpSp>
        <p:nvGrpSpPr>
          <p:cNvPr id="460" name="Google Shape;460;p54"/>
          <p:cNvGrpSpPr/>
          <p:nvPr/>
        </p:nvGrpSpPr>
        <p:grpSpPr>
          <a:xfrm>
            <a:off x="-126275" y="4746700"/>
            <a:ext cx="9270322" cy="401792"/>
            <a:chOff x="0" y="-29340"/>
            <a:chExt cx="2901600" cy="5177731"/>
          </a:xfrm>
        </p:grpSpPr>
        <p:pic>
          <p:nvPicPr>
            <p:cNvPr id="461" name="Google Shape;461;p54"/>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462" name="Google Shape;462;p5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63" name="Google Shape;463;p54"/>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64" name="Google Shape;464;p54"/>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p55"/>
          <p:cNvPicPr preferRelativeResize="0"/>
          <p:nvPr/>
        </p:nvPicPr>
        <p:blipFill rotWithShape="1">
          <a:blip r:embed="rId3">
            <a:alphaModFix/>
          </a:blip>
          <a:srcRect b="0" l="0" r="77199" t="0"/>
          <a:stretch/>
        </p:blipFill>
        <p:spPr>
          <a:xfrm>
            <a:off x="243328" y="850750"/>
            <a:ext cx="1910226" cy="3571124"/>
          </a:xfrm>
          <a:prstGeom prst="rect">
            <a:avLst/>
          </a:prstGeom>
          <a:noFill/>
          <a:ln>
            <a:noFill/>
          </a:ln>
        </p:spPr>
      </p:pic>
      <p:sp>
        <p:nvSpPr>
          <p:cNvPr id="470" name="Google Shape;470;p55"/>
          <p:cNvSpPr txBox="1"/>
          <p:nvPr/>
        </p:nvSpPr>
        <p:spPr>
          <a:xfrm>
            <a:off x="2608800" y="326065"/>
            <a:ext cx="6535200" cy="2924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MENU</a:t>
            </a:r>
            <a:r>
              <a:rPr b="1" lang="es" sz="2000">
                <a:solidFill>
                  <a:srgbClr val="11009C"/>
                </a:solidFill>
                <a:latin typeface="Poppins"/>
                <a:ea typeface="Poppins"/>
                <a:cs typeface="Poppins"/>
                <a:sym typeface="Poppins"/>
              </a:rPr>
              <a:t>:</a:t>
            </a:r>
            <a:endParaRPr b="1"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PROGRAMS: </a:t>
            </a:r>
            <a:r>
              <a:rPr lang="es" sz="2000">
                <a:solidFill>
                  <a:srgbClr val="11009C"/>
                </a:solidFill>
                <a:latin typeface="Poppins"/>
                <a:ea typeface="Poppins"/>
                <a:cs typeface="Poppins"/>
                <a:sym typeface="Poppins"/>
              </a:rPr>
              <a:t>Programas o instrumentos disponibles en el bank seleccionado</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BANKS: </a:t>
            </a:r>
            <a:r>
              <a:rPr lang="es" sz="2000">
                <a:solidFill>
                  <a:srgbClr val="11009C"/>
                </a:solidFill>
                <a:latin typeface="Poppins"/>
                <a:ea typeface="Poppins"/>
                <a:cs typeface="Poppins"/>
                <a:sym typeface="Poppins"/>
              </a:rPr>
              <a:t>bancos de instrumentos disponibles para elegir</a:t>
            </a:r>
            <a:endParaRPr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800"/>
              <a:buFont typeface="Arial"/>
              <a:buNone/>
            </a:pPr>
            <a:r>
              <a:t/>
            </a:r>
            <a:endParaRPr sz="2000">
              <a:solidFill>
                <a:srgbClr val="11009C"/>
              </a:solidFill>
              <a:latin typeface="Poppins"/>
              <a:ea typeface="Poppins"/>
              <a:cs typeface="Poppins"/>
              <a:sym typeface="Poppins"/>
            </a:endParaRPr>
          </a:p>
        </p:txBody>
      </p:sp>
      <p:sp>
        <p:nvSpPr>
          <p:cNvPr id="471" name="Google Shape;471;p55"/>
          <p:cNvSpPr txBox="1"/>
          <p:nvPr/>
        </p:nvSpPr>
        <p:spPr>
          <a:xfrm>
            <a:off x="2608800" y="2879440"/>
            <a:ext cx="6535200" cy="1508400"/>
          </a:xfrm>
          <a:prstGeom prst="rect">
            <a:avLst/>
          </a:prstGeom>
          <a:noFill/>
          <a:ln>
            <a:noFill/>
          </a:ln>
        </p:spPr>
        <p:txBody>
          <a:bodyPr anchorCtr="0" anchor="t" bIns="68575" lIns="68575" spcFirstLastPara="1" rIns="68575" wrap="square" tIns="68575">
            <a:spAutoFit/>
          </a:bodyPr>
          <a:lstStyle/>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VAM</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Cambia la prioridad de las notas desde nota </a:t>
            </a:r>
            <a:r>
              <a:rPr lang="es" sz="2000">
                <a:solidFill>
                  <a:srgbClr val="11009C"/>
                </a:solidFill>
                <a:latin typeface="Poppins"/>
                <a:ea typeface="Poppins"/>
                <a:cs typeface="Poppins"/>
                <a:sym typeface="Poppins"/>
              </a:rPr>
              <a:t>más</a:t>
            </a:r>
            <a:r>
              <a:rPr lang="es" sz="2000">
                <a:solidFill>
                  <a:srgbClr val="11009C"/>
                </a:solidFill>
                <a:latin typeface="Poppins"/>
                <a:ea typeface="Poppins"/>
                <a:cs typeface="Poppins"/>
                <a:sym typeface="Poppins"/>
              </a:rPr>
              <a:t> grave a </a:t>
            </a:r>
            <a:r>
              <a:rPr lang="es" sz="2000">
                <a:solidFill>
                  <a:srgbClr val="11009C"/>
                </a:solidFill>
                <a:latin typeface="Poppins"/>
                <a:ea typeface="Poppins"/>
                <a:cs typeface="Poppins"/>
                <a:sym typeface="Poppins"/>
              </a:rPr>
              <a:t>última</a:t>
            </a:r>
            <a:r>
              <a:rPr lang="es" sz="2000">
                <a:solidFill>
                  <a:srgbClr val="11009C"/>
                </a:solidFill>
                <a:latin typeface="Poppins"/>
                <a:ea typeface="Poppins"/>
                <a:cs typeface="Poppins"/>
                <a:sym typeface="Poppins"/>
              </a:rPr>
              <a:t> nota presionada</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980000"/>
              </a:buClr>
              <a:buSzPts val="2000"/>
              <a:buFont typeface="Poppins"/>
              <a:buChar char="-"/>
            </a:pPr>
            <a:r>
              <a:rPr b="1" lang="es" sz="2000">
                <a:solidFill>
                  <a:srgbClr val="980000"/>
                </a:solidFill>
                <a:latin typeface="Poppins"/>
                <a:ea typeface="Poppins"/>
                <a:cs typeface="Poppins"/>
                <a:sym typeface="Poppins"/>
              </a:rPr>
              <a:t>LEARN: </a:t>
            </a:r>
            <a:r>
              <a:rPr i="1" lang="es" sz="2000">
                <a:solidFill>
                  <a:srgbClr val="E6B8AF"/>
                </a:solidFill>
                <a:latin typeface="Poppins"/>
                <a:ea typeface="Poppins"/>
                <a:cs typeface="Poppins"/>
                <a:sym typeface="Poppins"/>
              </a:rPr>
              <a:t>ver manual</a:t>
            </a:r>
            <a:endParaRPr sz="2000">
              <a:solidFill>
                <a:srgbClr val="980000"/>
              </a:solidFill>
              <a:latin typeface="Poppins"/>
              <a:ea typeface="Poppins"/>
              <a:cs typeface="Poppins"/>
              <a:sym typeface="Poppins"/>
            </a:endParaRPr>
          </a:p>
          <a:p>
            <a:pPr indent="-355600" lvl="0" marL="457200" rtl="0" algn="l">
              <a:lnSpc>
                <a:spcPct val="115000"/>
              </a:lnSpc>
              <a:spcBef>
                <a:spcPts val="0"/>
              </a:spcBef>
              <a:spcAft>
                <a:spcPts val="0"/>
              </a:spcAft>
              <a:buClr>
                <a:srgbClr val="980000"/>
              </a:buClr>
              <a:buSzPts val="2000"/>
              <a:buFont typeface="Poppins"/>
              <a:buChar char="-"/>
            </a:pPr>
            <a:r>
              <a:rPr b="1" lang="es" sz="2000">
                <a:solidFill>
                  <a:srgbClr val="980000"/>
                </a:solidFill>
                <a:latin typeface="Poppins"/>
                <a:ea typeface="Poppins"/>
                <a:cs typeface="Poppins"/>
                <a:sym typeface="Poppins"/>
              </a:rPr>
              <a:t>CLEAR</a:t>
            </a:r>
            <a:r>
              <a:rPr b="1" lang="es" sz="2000">
                <a:solidFill>
                  <a:srgbClr val="980000"/>
                </a:solidFill>
                <a:latin typeface="Poppins"/>
                <a:ea typeface="Poppins"/>
                <a:cs typeface="Poppins"/>
                <a:sym typeface="Poppins"/>
              </a:rPr>
              <a:t>: </a:t>
            </a:r>
            <a:r>
              <a:rPr i="1" lang="es" sz="2000">
                <a:solidFill>
                  <a:srgbClr val="E6B8AF"/>
                </a:solidFill>
                <a:latin typeface="Poppins"/>
                <a:ea typeface="Poppins"/>
                <a:cs typeface="Poppins"/>
                <a:sym typeface="Poppins"/>
              </a:rPr>
              <a:t>ver manual</a:t>
            </a:r>
            <a:endParaRPr i="1" sz="2000">
              <a:solidFill>
                <a:srgbClr val="E6B8AF"/>
              </a:solidFill>
              <a:latin typeface="Poppins"/>
              <a:ea typeface="Poppins"/>
              <a:cs typeface="Poppins"/>
              <a:sym typeface="Poppins"/>
            </a:endParaRPr>
          </a:p>
        </p:txBody>
      </p:sp>
      <p:grpSp>
        <p:nvGrpSpPr>
          <p:cNvPr id="472" name="Google Shape;472;p55"/>
          <p:cNvGrpSpPr/>
          <p:nvPr/>
        </p:nvGrpSpPr>
        <p:grpSpPr>
          <a:xfrm>
            <a:off x="-126275" y="4746700"/>
            <a:ext cx="9270322" cy="401792"/>
            <a:chOff x="0" y="-29340"/>
            <a:chExt cx="2901600" cy="5177731"/>
          </a:xfrm>
        </p:grpSpPr>
        <p:pic>
          <p:nvPicPr>
            <p:cNvPr id="473" name="Google Shape;473;p55"/>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474" name="Google Shape;474;p5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75" name="Google Shape;475;p5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76" name="Google Shape;476;p55"/>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56"/>
          <p:cNvPicPr preferRelativeResize="0"/>
          <p:nvPr/>
        </p:nvPicPr>
        <p:blipFill rotWithShape="1">
          <a:blip r:embed="rId3">
            <a:alphaModFix/>
          </a:blip>
          <a:srcRect b="26025" l="22592" r="57058" t="0"/>
          <a:stretch/>
        </p:blipFill>
        <p:spPr>
          <a:xfrm>
            <a:off x="275450" y="825958"/>
            <a:ext cx="2233277" cy="3460624"/>
          </a:xfrm>
          <a:prstGeom prst="rect">
            <a:avLst/>
          </a:prstGeom>
          <a:noFill/>
          <a:ln>
            <a:noFill/>
          </a:ln>
        </p:spPr>
      </p:pic>
      <p:sp>
        <p:nvSpPr>
          <p:cNvPr id="482" name="Google Shape;482;p56"/>
          <p:cNvSpPr txBox="1"/>
          <p:nvPr/>
        </p:nvSpPr>
        <p:spPr>
          <a:xfrm>
            <a:off x="2981850" y="755408"/>
            <a:ext cx="6535200" cy="36327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OSCILATORS</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controles que regulan los dos osciladores del sintetizador ,encargados de generar el sonido</a:t>
            </a:r>
            <a:endParaRPr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OSC1</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controla la frecuencia de la nota principal del primer oscilador</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PW</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controla el desfase entre el OSC1 y el OSC2</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OSC2</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controla la frecuencia de la nota principal del segundo oscilador</a:t>
            </a:r>
            <a:endParaRPr sz="2000">
              <a:solidFill>
                <a:srgbClr val="11009C"/>
              </a:solidFill>
              <a:latin typeface="Poppins"/>
              <a:ea typeface="Poppins"/>
              <a:cs typeface="Poppins"/>
              <a:sym typeface="Poppins"/>
            </a:endParaRPr>
          </a:p>
        </p:txBody>
      </p:sp>
      <p:grpSp>
        <p:nvGrpSpPr>
          <p:cNvPr id="483" name="Google Shape;483;p56"/>
          <p:cNvGrpSpPr/>
          <p:nvPr/>
        </p:nvGrpSpPr>
        <p:grpSpPr>
          <a:xfrm>
            <a:off x="-126275" y="4746700"/>
            <a:ext cx="9270322" cy="401792"/>
            <a:chOff x="0" y="-29340"/>
            <a:chExt cx="2901600" cy="5177731"/>
          </a:xfrm>
        </p:grpSpPr>
        <p:pic>
          <p:nvPicPr>
            <p:cNvPr id="484" name="Google Shape;484;p56"/>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485" name="Google Shape;485;p5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86" name="Google Shape;486;p5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87" name="Google Shape;487;p56"/>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57"/>
          <p:cNvPicPr preferRelativeResize="0"/>
          <p:nvPr/>
        </p:nvPicPr>
        <p:blipFill rotWithShape="1">
          <a:blip r:embed="rId3">
            <a:alphaModFix/>
          </a:blip>
          <a:srcRect b="60204" l="22591" r="68880" t="22749"/>
          <a:stretch/>
        </p:blipFill>
        <p:spPr>
          <a:xfrm>
            <a:off x="256850" y="1584067"/>
            <a:ext cx="2055624" cy="1751151"/>
          </a:xfrm>
          <a:prstGeom prst="rect">
            <a:avLst/>
          </a:prstGeom>
          <a:noFill/>
          <a:ln>
            <a:noFill/>
          </a:ln>
        </p:spPr>
      </p:pic>
      <p:sp>
        <p:nvSpPr>
          <p:cNvPr id="493" name="Google Shape;493;p57"/>
          <p:cNvSpPr txBox="1"/>
          <p:nvPr/>
        </p:nvSpPr>
        <p:spPr>
          <a:xfrm>
            <a:off x="2608800" y="1174442"/>
            <a:ext cx="6535200" cy="446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t/>
            </a:r>
            <a:endParaRPr sz="2000">
              <a:solidFill>
                <a:srgbClr val="11009C"/>
              </a:solidFill>
              <a:latin typeface="Poppins"/>
              <a:ea typeface="Poppins"/>
              <a:cs typeface="Poppins"/>
              <a:sym typeface="Poppins"/>
            </a:endParaRPr>
          </a:p>
        </p:txBody>
      </p:sp>
      <p:sp>
        <p:nvSpPr>
          <p:cNvPr id="494" name="Google Shape;494;p57"/>
          <p:cNvSpPr txBox="1"/>
          <p:nvPr/>
        </p:nvSpPr>
        <p:spPr>
          <a:xfrm>
            <a:off x="2756000" y="1174442"/>
            <a:ext cx="6535200" cy="2570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Forma de la onda</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controles que configuran la forma de la onda del oscilador</a:t>
            </a:r>
            <a:endParaRPr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SzPts val="2000"/>
              <a:buFont typeface="Poppins"/>
              <a:buChar char="-"/>
            </a:pPr>
            <a:r>
              <a:rPr b="1" lang="es" sz="2000">
                <a:latin typeface="Poppins"/>
                <a:ea typeface="Poppins"/>
                <a:cs typeface="Poppins"/>
                <a:sym typeface="Poppins"/>
              </a:rPr>
              <a:t>0 0: </a:t>
            </a:r>
            <a:r>
              <a:rPr lang="es" sz="2000">
                <a:solidFill>
                  <a:srgbClr val="11009C"/>
                </a:solidFill>
                <a:latin typeface="Poppins"/>
                <a:ea typeface="Poppins"/>
                <a:cs typeface="Poppins"/>
                <a:sym typeface="Poppins"/>
              </a:rPr>
              <a:t>Onda sinusoidal</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FF0000"/>
                </a:solidFill>
                <a:latin typeface="Poppins"/>
                <a:ea typeface="Poppins"/>
                <a:cs typeface="Poppins"/>
                <a:sym typeface="Poppins"/>
              </a:rPr>
              <a:t>0</a:t>
            </a:r>
            <a:r>
              <a:rPr b="1" lang="es" sz="2000">
                <a:solidFill>
                  <a:schemeClr val="dk1"/>
                </a:solidFill>
                <a:latin typeface="Poppins"/>
                <a:ea typeface="Poppins"/>
                <a:cs typeface="Poppins"/>
                <a:sym typeface="Poppins"/>
              </a:rPr>
              <a:t> 0: </a:t>
            </a:r>
            <a:r>
              <a:rPr lang="es" sz="2000">
                <a:solidFill>
                  <a:srgbClr val="11009C"/>
                </a:solidFill>
                <a:latin typeface="Poppins"/>
                <a:ea typeface="Poppins"/>
                <a:cs typeface="Poppins"/>
                <a:sym typeface="Poppins"/>
              </a:rPr>
              <a:t>Onda sierra</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chemeClr val="dk1"/>
                </a:solidFill>
                <a:latin typeface="Poppins"/>
                <a:ea typeface="Poppins"/>
                <a:cs typeface="Poppins"/>
                <a:sym typeface="Poppins"/>
              </a:rPr>
              <a:t>0 </a:t>
            </a:r>
            <a:r>
              <a:rPr b="1" lang="es" sz="2000">
                <a:solidFill>
                  <a:srgbClr val="FF0000"/>
                </a:solidFill>
                <a:latin typeface="Poppins"/>
                <a:ea typeface="Poppins"/>
                <a:cs typeface="Poppins"/>
                <a:sym typeface="Poppins"/>
              </a:rPr>
              <a:t>0</a:t>
            </a:r>
            <a:r>
              <a:rPr b="1" lang="es" sz="2000">
                <a:solidFill>
                  <a:schemeClr val="dk1"/>
                </a:solidFill>
                <a:latin typeface="Poppins"/>
                <a:ea typeface="Poppins"/>
                <a:cs typeface="Poppins"/>
                <a:sym typeface="Poppins"/>
              </a:rPr>
              <a:t>: </a:t>
            </a:r>
            <a:r>
              <a:rPr lang="es" sz="2000">
                <a:solidFill>
                  <a:srgbClr val="11009C"/>
                </a:solidFill>
                <a:latin typeface="Poppins"/>
                <a:ea typeface="Poppins"/>
                <a:cs typeface="Poppins"/>
                <a:sym typeface="Poppins"/>
              </a:rPr>
              <a:t>Onda cuadrada</a:t>
            </a:r>
            <a:endParaRPr b="1"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FF0000"/>
                </a:solidFill>
                <a:latin typeface="Poppins"/>
                <a:ea typeface="Poppins"/>
                <a:cs typeface="Poppins"/>
                <a:sym typeface="Poppins"/>
              </a:rPr>
              <a:t>0 0</a:t>
            </a:r>
            <a:r>
              <a:rPr b="1" lang="es" sz="2000">
                <a:solidFill>
                  <a:schemeClr val="dk1"/>
                </a:solidFill>
                <a:latin typeface="Poppins"/>
                <a:ea typeface="Poppins"/>
                <a:cs typeface="Poppins"/>
                <a:sym typeface="Poppins"/>
              </a:rPr>
              <a:t>: </a:t>
            </a:r>
            <a:r>
              <a:rPr lang="es" sz="2000">
                <a:solidFill>
                  <a:srgbClr val="11009C"/>
                </a:solidFill>
                <a:latin typeface="Poppins"/>
                <a:ea typeface="Poppins"/>
                <a:cs typeface="Poppins"/>
                <a:sym typeface="Poppins"/>
              </a:rPr>
              <a:t>Onda triangular</a:t>
            </a:r>
            <a:endParaRPr sz="2000">
              <a:solidFill>
                <a:srgbClr val="11009C"/>
              </a:solidFill>
              <a:latin typeface="Poppins"/>
              <a:ea typeface="Poppins"/>
              <a:cs typeface="Poppins"/>
              <a:sym typeface="Poppins"/>
            </a:endParaRPr>
          </a:p>
        </p:txBody>
      </p:sp>
      <p:grpSp>
        <p:nvGrpSpPr>
          <p:cNvPr id="495" name="Google Shape;495;p57"/>
          <p:cNvGrpSpPr/>
          <p:nvPr/>
        </p:nvGrpSpPr>
        <p:grpSpPr>
          <a:xfrm>
            <a:off x="-126275" y="4746700"/>
            <a:ext cx="9270322" cy="401792"/>
            <a:chOff x="0" y="-29340"/>
            <a:chExt cx="2901600" cy="5177731"/>
          </a:xfrm>
        </p:grpSpPr>
        <p:pic>
          <p:nvPicPr>
            <p:cNvPr id="496" name="Google Shape;496;p57"/>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497" name="Google Shape;497;p5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498" name="Google Shape;498;p5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499" name="Google Shape;499;p57"/>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58"/>
          <p:cNvPicPr preferRelativeResize="0"/>
          <p:nvPr/>
        </p:nvPicPr>
        <p:blipFill rotWithShape="1">
          <a:blip r:embed="rId3">
            <a:alphaModFix/>
          </a:blip>
          <a:srcRect b="26025" l="22592" r="57058" t="0"/>
          <a:stretch/>
        </p:blipFill>
        <p:spPr>
          <a:xfrm>
            <a:off x="431300" y="841446"/>
            <a:ext cx="2233277" cy="3460624"/>
          </a:xfrm>
          <a:prstGeom prst="rect">
            <a:avLst/>
          </a:prstGeom>
          <a:noFill/>
          <a:ln>
            <a:noFill/>
          </a:ln>
        </p:spPr>
      </p:pic>
      <p:sp>
        <p:nvSpPr>
          <p:cNvPr id="505" name="Google Shape;505;p58"/>
          <p:cNvSpPr txBox="1"/>
          <p:nvPr/>
        </p:nvSpPr>
        <p:spPr>
          <a:xfrm>
            <a:off x="2955875" y="1109550"/>
            <a:ext cx="5985900" cy="2924400"/>
          </a:xfrm>
          <a:prstGeom prst="rect">
            <a:avLst/>
          </a:prstGeom>
          <a:noFill/>
          <a:ln>
            <a:noFill/>
          </a:ln>
        </p:spPr>
        <p:txBody>
          <a:bodyPr anchorCtr="0" anchor="t" bIns="68575" lIns="68575" spcFirstLastPara="1" rIns="68575" wrap="square" tIns="68575">
            <a:spAutoFit/>
          </a:bodyPr>
          <a:lstStyle/>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DETUNE</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Desafina el OSC2</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SYNC: </a:t>
            </a:r>
            <a:r>
              <a:rPr lang="es" sz="2000">
                <a:solidFill>
                  <a:srgbClr val="11009C"/>
                </a:solidFill>
                <a:latin typeface="Poppins"/>
                <a:ea typeface="Poppins"/>
                <a:cs typeface="Poppins"/>
                <a:sym typeface="Poppins"/>
              </a:rPr>
              <a:t>Sincroniza la frecuencia del OSC2 con el OSC1</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XMOD: </a:t>
            </a:r>
            <a:r>
              <a:rPr lang="es" sz="2000">
                <a:solidFill>
                  <a:srgbClr val="11009C"/>
                </a:solidFill>
                <a:latin typeface="Poppins"/>
                <a:ea typeface="Poppins"/>
                <a:cs typeface="Poppins"/>
                <a:sym typeface="Poppins"/>
              </a:rPr>
              <a:t>Modifica la modulación cruzada entre los dos osciladores.</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STEP: </a:t>
            </a:r>
            <a:r>
              <a:rPr lang="es" sz="2000">
                <a:solidFill>
                  <a:srgbClr val="11009C"/>
                </a:solidFill>
                <a:latin typeface="Poppins"/>
                <a:ea typeface="Poppins"/>
                <a:cs typeface="Poppins"/>
                <a:sym typeface="Poppins"/>
              </a:rPr>
              <a:t>Permite controlar las notas en pasos</a:t>
            </a:r>
            <a:endParaRPr b="1"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BRIGHT AMT: </a:t>
            </a:r>
            <a:r>
              <a:rPr lang="es" sz="2000">
                <a:solidFill>
                  <a:srgbClr val="11009C"/>
                </a:solidFill>
                <a:latin typeface="Poppins"/>
                <a:ea typeface="Poppins"/>
                <a:cs typeface="Poppins"/>
                <a:sym typeface="Poppins"/>
              </a:rPr>
              <a:t>Controla que tanto suenan los armónicos de los osciladores</a:t>
            </a:r>
            <a:endParaRPr sz="2000">
              <a:solidFill>
                <a:srgbClr val="11009C"/>
              </a:solidFill>
              <a:latin typeface="Poppins"/>
              <a:ea typeface="Poppins"/>
              <a:cs typeface="Poppins"/>
              <a:sym typeface="Poppins"/>
            </a:endParaRPr>
          </a:p>
        </p:txBody>
      </p:sp>
      <p:grpSp>
        <p:nvGrpSpPr>
          <p:cNvPr id="506" name="Google Shape;506;p58"/>
          <p:cNvGrpSpPr/>
          <p:nvPr/>
        </p:nvGrpSpPr>
        <p:grpSpPr>
          <a:xfrm>
            <a:off x="-126275" y="4746700"/>
            <a:ext cx="9270322" cy="401792"/>
            <a:chOff x="0" y="-29340"/>
            <a:chExt cx="2901600" cy="5177731"/>
          </a:xfrm>
        </p:grpSpPr>
        <p:pic>
          <p:nvPicPr>
            <p:cNvPr id="507" name="Google Shape;507;p58"/>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508" name="Google Shape;508;p5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09" name="Google Shape;509;p5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510" name="Google Shape;510;p58"/>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p59"/>
          <p:cNvPicPr preferRelativeResize="0"/>
          <p:nvPr/>
        </p:nvPicPr>
        <p:blipFill rotWithShape="1">
          <a:blip r:embed="rId3">
            <a:alphaModFix/>
          </a:blip>
          <a:srcRect b="26705" l="42835" r="48618" t="-681"/>
          <a:stretch/>
        </p:blipFill>
        <p:spPr>
          <a:xfrm>
            <a:off x="336300" y="683625"/>
            <a:ext cx="938076" cy="3460600"/>
          </a:xfrm>
          <a:prstGeom prst="rect">
            <a:avLst/>
          </a:prstGeom>
          <a:noFill/>
          <a:ln>
            <a:noFill/>
          </a:ln>
        </p:spPr>
      </p:pic>
      <p:sp>
        <p:nvSpPr>
          <p:cNvPr id="516" name="Google Shape;516;p59"/>
          <p:cNvSpPr txBox="1"/>
          <p:nvPr/>
        </p:nvSpPr>
        <p:spPr>
          <a:xfrm>
            <a:off x="2522225" y="774575"/>
            <a:ext cx="6535200" cy="32787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MIXER</a:t>
            </a:r>
            <a:r>
              <a:rPr b="1" lang="es" sz="2000">
                <a:solidFill>
                  <a:srgbClr val="11009C"/>
                </a:solidFill>
                <a:latin typeface="Poppins"/>
                <a:ea typeface="Poppins"/>
                <a:cs typeface="Poppins"/>
                <a:sym typeface="Poppins"/>
              </a:rPr>
              <a:t>: </a:t>
            </a:r>
            <a:r>
              <a:rPr lang="es" sz="2000">
                <a:solidFill>
                  <a:srgbClr val="11009C"/>
                </a:solidFill>
                <a:latin typeface="Poppins"/>
                <a:ea typeface="Poppins"/>
                <a:cs typeface="Poppins"/>
                <a:sym typeface="Poppins"/>
              </a:rPr>
              <a:t>controles que regulan el volumen individual de cada oscilador</a:t>
            </a:r>
            <a:endParaRPr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OSC1: </a:t>
            </a:r>
            <a:r>
              <a:rPr lang="es" sz="2000">
                <a:solidFill>
                  <a:srgbClr val="11009C"/>
                </a:solidFill>
                <a:latin typeface="Poppins"/>
                <a:ea typeface="Poppins"/>
                <a:cs typeface="Poppins"/>
                <a:sym typeface="Poppins"/>
              </a:rPr>
              <a:t>controla el volumen o importancia del OSC1</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OSC2: </a:t>
            </a:r>
            <a:r>
              <a:rPr lang="es" sz="2000">
                <a:solidFill>
                  <a:srgbClr val="11009C"/>
                </a:solidFill>
                <a:latin typeface="Poppins"/>
                <a:ea typeface="Poppins"/>
                <a:cs typeface="Poppins"/>
                <a:sym typeface="Poppins"/>
              </a:rPr>
              <a:t>controla el volumen o importancia del OSC2</a:t>
            </a:r>
            <a:endParaRPr sz="2000">
              <a:solidFill>
                <a:srgbClr val="11009C"/>
              </a:solidFill>
              <a:latin typeface="Poppins"/>
              <a:ea typeface="Poppins"/>
              <a:cs typeface="Poppins"/>
              <a:sym typeface="Poppins"/>
            </a:endParaRPr>
          </a:p>
          <a:p>
            <a:pPr indent="-355600" lvl="0" marL="457200" rtl="0" algn="l">
              <a:lnSpc>
                <a:spcPct val="115000"/>
              </a:lnSpc>
              <a:spcBef>
                <a:spcPts val="0"/>
              </a:spcBef>
              <a:spcAft>
                <a:spcPts val="0"/>
              </a:spcAft>
              <a:buClr>
                <a:srgbClr val="11009C"/>
              </a:buClr>
              <a:buSzPts val="2000"/>
              <a:buFont typeface="Poppins"/>
              <a:buChar char="-"/>
            </a:pPr>
            <a:r>
              <a:rPr b="1" lang="es" sz="2000">
                <a:solidFill>
                  <a:srgbClr val="11009C"/>
                </a:solidFill>
                <a:latin typeface="Poppins"/>
                <a:ea typeface="Poppins"/>
                <a:cs typeface="Poppins"/>
                <a:sym typeface="Poppins"/>
              </a:rPr>
              <a:t>NOISE: </a:t>
            </a:r>
            <a:r>
              <a:rPr lang="es" sz="2000">
                <a:solidFill>
                  <a:srgbClr val="11009C"/>
                </a:solidFill>
                <a:latin typeface="Poppins"/>
                <a:ea typeface="Poppins"/>
                <a:cs typeface="Poppins"/>
                <a:sym typeface="Poppins"/>
              </a:rPr>
              <a:t>controla el volumen o importancia del generador de ruido </a:t>
            </a:r>
            <a:r>
              <a:rPr i="1" lang="es" sz="2000" u="sng">
                <a:solidFill>
                  <a:srgbClr val="11009C"/>
                </a:solidFill>
                <a:latin typeface="Poppins"/>
                <a:ea typeface="Poppins"/>
                <a:cs typeface="Poppins"/>
                <a:sym typeface="Poppins"/>
              </a:rPr>
              <a:t>(pruebalo solo)</a:t>
            </a:r>
            <a:endParaRPr b="1" i="1" sz="2000" u="sng">
              <a:solidFill>
                <a:srgbClr val="11009C"/>
              </a:solidFill>
              <a:latin typeface="Poppins"/>
              <a:ea typeface="Poppins"/>
              <a:cs typeface="Poppins"/>
              <a:sym typeface="Poppins"/>
            </a:endParaRPr>
          </a:p>
        </p:txBody>
      </p:sp>
      <p:grpSp>
        <p:nvGrpSpPr>
          <p:cNvPr id="517" name="Google Shape;517;p59"/>
          <p:cNvGrpSpPr/>
          <p:nvPr/>
        </p:nvGrpSpPr>
        <p:grpSpPr>
          <a:xfrm>
            <a:off x="-126275" y="4746700"/>
            <a:ext cx="9270322" cy="401792"/>
            <a:chOff x="0" y="-29340"/>
            <a:chExt cx="2901600" cy="5177731"/>
          </a:xfrm>
        </p:grpSpPr>
        <p:pic>
          <p:nvPicPr>
            <p:cNvPr id="518" name="Google Shape;518;p59"/>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519" name="Google Shape;519;p5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20" name="Google Shape;520;p5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521" name="Google Shape;521;p59"/>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60"/>
          <p:cNvPicPr preferRelativeResize="0"/>
          <p:nvPr/>
        </p:nvPicPr>
        <p:blipFill rotWithShape="1">
          <a:blip r:embed="rId3">
            <a:alphaModFix/>
          </a:blip>
          <a:srcRect b="0" l="50814" r="28019" t="0"/>
          <a:stretch/>
        </p:blipFill>
        <p:spPr>
          <a:xfrm>
            <a:off x="168499" y="786200"/>
            <a:ext cx="1773302" cy="3571100"/>
          </a:xfrm>
          <a:prstGeom prst="rect">
            <a:avLst/>
          </a:prstGeom>
          <a:noFill/>
          <a:ln>
            <a:noFill/>
          </a:ln>
        </p:spPr>
      </p:pic>
      <p:pic>
        <p:nvPicPr>
          <p:cNvPr id="527" name="Google Shape;527;p60"/>
          <p:cNvPicPr preferRelativeResize="0"/>
          <p:nvPr/>
        </p:nvPicPr>
        <p:blipFill rotWithShape="1">
          <a:blip r:embed="rId3">
            <a:alphaModFix/>
          </a:blip>
          <a:srcRect b="0" l="71033" r="1481" t="0"/>
          <a:stretch/>
        </p:blipFill>
        <p:spPr>
          <a:xfrm>
            <a:off x="2468525" y="820850"/>
            <a:ext cx="2302648" cy="3571100"/>
          </a:xfrm>
          <a:prstGeom prst="rect">
            <a:avLst/>
          </a:prstGeom>
          <a:noFill/>
          <a:ln>
            <a:noFill/>
          </a:ln>
        </p:spPr>
      </p:pic>
      <p:sp>
        <p:nvSpPr>
          <p:cNvPr id="528" name="Google Shape;528;p60"/>
          <p:cNvSpPr txBox="1"/>
          <p:nvPr/>
        </p:nvSpPr>
        <p:spPr>
          <a:xfrm>
            <a:off x="5144325" y="971675"/>
            <a:ext cx="3913200" cy="25704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b="1" lang="es" sz="2000">
                <a:solidFill>
                  <a:srgbClr val="11009C"/>
                </a:solidFill>
                <a:latin typeface="Poppins"/>
                <a:ea typeface="Poppins"/>
                <a:cs typeface="Poppins"/>
                <a:sym typeface="Poppins"/>
              </a:rPr>
              <a:t>OTROS CONTROLES</a:t>
            </a:r>
            <a:r>
              <a:rPr b="1" lang="es" sz="2000">
                <a:solidFill>
                  <a:srgbClr val="11009C"/>
                </a:solidFill>
                <a:latin typeface="Poppins"/>
                <a:ea typeface="Poppins"/>
                <a:cs typeface="Poppins"/>
                <a:sym typeface="Poppins"/>
              </a:rPr>
              <a:t>:</a:t>
            </a:r>
            <a:endParaRPr b="1"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rPr lang="es" sz="2000">
                <a:solidFill>
                  <a:srgbClr val="11009C"/>
                </a:solidFill>
                <a:latin typeface="Poppins"/>
                <a:ea typeface="Poppins"/>
                <a:cs typeface="Poppins"/>
                <a:sym typeface="Poppins"/>
              </a:rPr>
              <a:t>Investigar, su uso es más avanzado, pero sirven para controlar la manera en que</a:t>
            </a:r>
            <a:endParaRPr sz="2000">
              <a:solidFill>
                <a:srgbClr val="11009C"/>
              </a:solidFill>
              <a:latin typeface="Poppins"/>
              <a:ea typeface="Poppins"/>
              <a:cs typeface="Poppins"/>
              <a:sym typeface="Poppins"/>
            </a:endParaRPr>
          </a:p>
          <a:p>
            <a:pPr indent="0" lvl="0" marL="0" rtl="0" algn="l">
              <a:lnSpc>
                <a:spcPct val="115000"/>
              </a:lnSpc>
              <a:spcBef>
                <a:spcPts val="0"/>
              </a:spcBef>
              <a:spcAft>
                <a:spcPts val="0"/>
              </a:spcAft>
              <a:buNone/>
            </a:pPr>
            <a:r>
              <a:rPr lang="es" sz="2000">
                <a:solidFill>
                  <a:srgbClr val="11009C"/>
                </a:solidFill>
                <a:latin typeface="Poppins"/>
                <a:ea typeface="Poppins"/>
                <a:cs typeface="Poppins"/>
                <a:sym typeface="Poppins"/>
              </a:rPr>
              <a:t>los dos osciladores interactúan entre si.</a:t>
            </a:r>
            <a:endParaRPr b="1" i="1" sz="2000" u="sng">
              <a:solidFill>
                <a:srgbClr val="11009C"/>
              </a:solidFill>
              <a:latin typeface="Poppins"/>
              <a:ea typeface="Poppins"/>
              <a:cs typeface="Poppins"/>
              <a:sym typeface="Poppins"/>
            </a:endParaRPr>
          </a:p>
        </p:txBody>
      </p:sp>
      <p:grpSp>
        <p:nvGrpSpPr>
          <p:cNvPr id="529" name="Google Shape;529;p60"/>
          <p:cNvGrpSpPr/>
          <p:nvPr/>
        </p:nvGrpSpPr>
        <p:grpSpPr>
          <a:xfrm>
            <a:off x="-126275" y="4746700"/>
            <a:ext cx="9270322" cy="401792"/>
            <a:chOff x="0" y="-29340"/>
            <a:chExt cx="2901600" cy="5177731"/>
          </a:xfrm>
        </p:grpSpPr>
        <p:pic>
          <p:nvPicPr>
            <p:cNvPr id="530" name="Google Shape;530;p60"/>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531" name="Google Shape;531;p6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32" name="Google Shape;532;p60"/>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533" name="Google Shape;533;p60"/>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grpSp>
        <p:nvGrpSpPr>
          <p:cNvPr id="538" name="Google Shape;538;p61"/>
          <p:cNvGrpSpPr/>
          <p:nvPr/>
        </p:nvGrpSpPr>
        <p:grpSpPr>
          <a:xfrm>
            <a:off x="-10633" y="-29340"/>
            <a:ext cx="2901600" cy="5177731"/>
            <a:chOff x="0" y="-29340"/>
            <a:chExt cx="2901600" cy="5177731"/>
          </a:xfrm>
        </p:grpSpPr>
        <p:pic>
          <p:nvPicPr>
            <p:cNvPr id="539" name="Google Shape;539;p61"/>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540" name="Google Shape;540;p6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41" name="Google Shape;541;p61"/>
          <p:cNvSpPr txBox="1"/>
          <p:nvPr/>
        </p:nvSpPr>
        <p:spPr>
          <a:xfrm rot="-903">
            <a:off x="297624" y="2359119"/>
            <a:ext cx="2285100" cy="400800"/>
          </a:xfrm>
          <a:prstGeom prst="rect">
            <a:avLst/>
          </a:prstGeom>
          <a:noFill/>
          <a:ln>
            <a:noFill/>
          </a:ln>
        </p:spPr>
        <p:txBody>
          <a:bodyPr anchorCtr="0" anchor="t" bIns="91425" lIns="91425" spcFirstLastPara="1" rIns="91425" wrap="square" tIns="91425">
            <a:noAutofit/>
          </a:bodyPr>
          <a:lstStyle/>
          <a:p>
            <a:pPr indent="0" lvl="0" marL="114300" marR="0" rtl="0" algn="ctr">
              <a:lnSpc>
                <a:spcPct val="100000"/>
              </a:lnSpc>
              <a:spcBef>
                <a:spcPts val="0"/>
              </a:spcBef>
              <a:spcAft>
                <a:spcPts val="0"/>
              </a:spcAft>
              <a:buNone/>
            </a:pPr>
            <a:r>
              <a:rPr b="1" lang="es" sz="1800">
                <a:solidFill>
                  <a:srgbClr val="FFFFFF"/>
                </a:solidFill>
                <a:latin typeface="Poppins SemiBold"/>
                <a:ea typeface="Poppins SemiBold"/>
                <a:cs typeface="Poppins SemiBold"/>
                <a:sym typeface="Poppins SemiBold"/>
              </a:rPr>
              <a:t>DESAFÍO</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542" name="Google Shape;542;p61"/>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sp>
        <p:nvSpPr>
          <p:cNvPr id="543" name="Google Shape;543;p61"/>
          <p:cNvSpPr txBox="1"/>
          <p:nvPr/>
        </p:nvSpPr>
        <p:spPr>
          <a:xfrm rot="-958">
            <a:off x="3356625" y="1344072"/>
            <a:ext cx="5384100" cy="30297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11009C"/>
              </a:buClr>
              <a:buSzPts val="1800"/>
              <a:buChar char="●"/>
            </a:pPr>
            <a:r>
              <a:rPr b="1" lang="es" sz="1800">
                <a:solidFill>
                  <a:srgbClr val="11009C"/>
                </a:solidFill>
                <a:latin typeface="Poppins SemiBold"/>
                <a:ea typeface="Poppins SemiBold"/>
                <a:cs typeface="Poppins SemiBold"/>
                <a:sym typeface="Poppins SemiBold"/>
              </a:rPr>
              <a:t>Programa: </a:t>
            </a:r>
            <a:r>
              <a:rPr lang="es" sz="1800">
                <a:solidFill>
                  <a:srgbClr val="11009C"/>
                </a:solidFill>
                <a:latin typeface="Poppins"/>
                <a:ea typeface="Poppins"/>
                <a:cs typeface="Poppins"/>
                <a:sym typeface="Poppins"/>
              </a:rPr>
              <a:t>Prueben distintos programas y distintos bancos de programas para elegir su sonido favorito</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sz="1800">
              <a:solidFill>
                <a:srgbClr val="11009C"/>
              </a:solidFill>
              <a:latin typeface="Poppins"/>
              <a:ea typeface="Poppins"/>
              <a:cs typeface="Poppins"/>
              <a:sym typeface="Poppins"/>
            </a:endParaRPr>
          </a:p>
          <a:p>
            <a:pPr indent="-342900" lvl="0" marL="457200" marR="0" rtl="0" algn="just">
              <a:lnSpc>
                <a:spcPct val="100000"/>
              </a:lnSpc>
              <a:spcBef>
                <a:spcPts val="0"/>
              </a:spcBef>
              <a:spcAft>
                <a:spcPts val="0"/>
              </a:spcAft>
              <a:buClr>
                <a:srgbClr val="11009C"/>
              </a:buClr>
              <a:buSzPts val="1800"/>
              <a:buChar char="●"/>
            </a:pPr>
            <a:r>
              <a:rPr b="1" lang="es" sz="1800">
                <a:solidFill>
                  <a:srgbClr val="11009C"/>
                </a:solidFill>
                <a:latin typeface="Poppins"/>
                <a:ea typeface="Poppins"/>
                <a:cs typeface="Poppins"/>
                <a:sym typeface="Poppins"/>
              </a:rPr>
              <a:t>Modifica: </a:t>
            </a:r>
            <a:r>
              <a:rPr lang="es" sz="1800">
                <a:solidFill>
                  <a:srgbClr val="11009C"/>
                </a:solidFill>
                <a:latin typeface="Poppins"/>
                <a:ea typeface="Poppins"/>
                <a:cs typeface="Poppins"/>
                <a:sym typeface="Poppins"/>
              </a:rPr>
              <a:t>Modifica un sonido utilizando lo aprendido hasta lograr un resultado agradable a tus oídos</a:t>
            </a:r>
            <a:endParaRPr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b="1" sz="1800">
              <a:solidFill>
                <a:srgbClr val="11009C"/>
              </a:solidFill>
              <a:latin typeface="Poppins"/>
              <a:ea typeface="Poppins"/>
              <a:cs typeface="Poppins"/>
              <a:sym typeface="Poppins"/>
            </a:endParaRPr>
          </a:p>
          <a:p>
            <a:pPr indent="0" lvl="0" marL="1828800" marR="0" rtl="0" algn="just">
              <a:lnSpc>
                <a:spcPct val="100000"/>
              </a:lnSpc>
              <a:spcBef>
                <a:spcPts val="0"/>
              </a:spcBef>
              <a:spcAft>
                <a:spcPts val="0"/>
              </a:spcAft>
              <a:buNone/>
            </a:pPr>
            <a:r>
              <a:rPr b="1" lang="es" sz="1800">
                <a:solidFill>
                  <a:srgbClr val="11009C"/>
                </a:solidFill>
                <a:latin typeface="Poppins"/>
                <a:ea typeface="Poppins"/>
                <a:cs typeface="Poppins"/>
                <a:sym typeface="Poppins"/>
              </a:rPr>
              <a:t>¡</a:t>
            </a:r>
            <a:r>
              <a:rPr b="1" lang="es" sz="1800">
                <a:solidFill>
                  <a:srgbClr val="11009C"/>
                </a:solidFill>
                <a:latin typeface="Poppins"/>
                <a:ea typeface="Poppins"/>
                <a:cs typeface="Poppins"/>
                <a:sym typeface="Poppins"/>
              </a:rPr>
              <a:t>Experimenta</a:t>
            </a:r>
            <a:r>
              <a:rPr b="1" lang="es" sz="1800">
                <a:solidFill>
                  <a:srgbClr val="11009C"/>
                </a:solidFill>
                <a:latin typeface="Poppins"/>
                <a:ea typeface="Poppins"/>
                <a:cs typeface="Poppins"/>
                <a:sym typeface="Poppins"/>
              </a:rPr>
              <a:t>!</a:t>
            </a:r>
            <a:endParaRPr b="1" sz="1800">
              <a:solidFill>
                <a:srgbClr val="11009C"/>
              </a:solidFill>
              <a:latin typeface="Poppins"/>
              <a:ea typeface="Poppins"/>
              <a:cs typeface="Poppins"/>
              <a:sym typeface="Poppins"/>
            </a:endParaRPr>
          </a:p>
          <a:p>
            <a:pPr indent="0" lvl="0" marL="457200" marR="0" rtl="0" algn="just">
              <a:lnSpc>
                <a:spcPct val="100000"/>
              </a:lnSpc>
              <a:spcBef>
                <a:spcPts val="0"/>
              </a:spcBef>
              <a:spcAft>
                <a:spcPts val="0"/>
              </a:spcAft>
              <a:buNone/>
            </a:pPr>
            <a:r>
              <a:t/>
            </a:r>
            <a:endParaRPr b="1"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11009C"/>
              </a:solidFill>
            </a:endParaRPr>
          </a:p>
        </p:txBody>
      </p:sp>
      <p:pic>
        <p:nvPicPr>
          <p:cNvPr id="544" name="Google Shape;544;p61"/>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grpSp>
        <p:nvGrpSpPr>
          <p:cNvPr id="549" name="Google Shape;549;p62"/>
          <p:cNvGrpSpPr/>
          <p:nvPr/>
        </p:nvGrpSpPr>
        <p:grpSpPr>
          <a:xfrm>
            <a:off x="-10633" y="-29340"/>
            <a:ext cx="2901600" cy="5177731"/>
            <a:chOff x="0" y="-29340"/>
            <a:chExt cx="2901600" cy="5177731"/>
          </a:xfrm>
        </p:grpSpPr>
        <p:pic>
          <p:nvPicPr>
            <p:cNvPr id="550" name="Google Shape;550;p62"/>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551" name="Google Shape;551;p62"/>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52" name="Google Shape;552;p62"/>
          <p:cNvSpPr/>
          <p:nvPr/>
        </p:nvSpPr>
        <p:spPr>
          <a:xfrm>
            <a:off x="2889190" y="-6900"/>
            <a:ext cx="6254700" cy="5143500"/>
          </a:xfrm>
          <a:prstGeom prst="rect">
            <a:avLst/>
          </a:prstGeom>
          <a:solidFill>
            <a:srgbClr val="32B8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2"/>
          <p:cNvSpPr txBox="1"/>
          <p:nvPr/>
        </p:nvSpPr>
        <p:spPr>
          <a:xfrm rot="-894">
            <a:off x="119398" y="1912348"/>
            <a:ext cx="3459900" cy="400800"/>
          </a:xfrm>
          <a:prstGeom prst="rect">
            <a:avLst/>
          </a:prstGeom>
          <a:noFill/>
          <a:ln>
            <a:noFill/>
          </a:ln>
        </p:spPr>
        <p:txBody>
          <a:bodyPr anchorCtr="0" anchor="t" bIns="91425" lIns="91425" spcFirstLastPara="1" rIns="91425" wrap="square" tIns="91425">
            <a:noAutofit/>
          </a:bodyPr>
          <a:lstStyle/>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TOMEMOS</a:t>
            </a:r>
            <a:endParaRPr/>
          </a:p>
          <a:p>
            <a:pPr indent="0" lvl="0" marL="114300" marR="0" rtl="0" algn="l">
              <a:lnSpc>
                <a:spcPct val="100000"/>
              </a:lnSpc>
              <a:spcBef>
                <a:spcPts val="0"/>
              </a:spcBef>
              <a:spcAft>
                <a:spcPts val="0"/>
              </a:spcAft>
              <a:buNone/>
            </a:pPr>
            <a:r>
              <a:rPr b="1" i="0" lang="es" sz="2400" u="none" cap="none" strike="noStrike">
                <a:solidFill>
                  <a:srgbClr val="FFFFFF"/>
                </a:solidFill>
                <a:latin typeface="Poppins SemiBold"/>
                <a:ea typeface="Poppins SemiBold"/>
                <a:cs typeface="Poppins SemiBold"/>
                <a:sym typeface="Poppins SemiBold"/>
              </a:rPr>
              <a:t>UN DESCANSO</a:t>
            </a:r>
            <a:endParaRPr b="1" i="0" sz="2400" u="none" cap="none" strike="noStrike">
              <a:solidFill>
                <a:srgbClr val="FFFFFF"/>
              </a:solidFill>
              <a:latin typeface="Poppins SemiBold"/>
              <a:ea typeface="Poppins SemiBold"/>
              <a:cs typeface="Poppins SemiBold"/>
              <a:sym typeface="Poppins SemiBol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554" name="Google Shape;554;p62"/>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pic>
        <p:nvPicPr>
          <p:cNvPr id="555" name="Google Shape;555;p62"/>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pic>
        <p:nvPicPr>
          <p:cNvPr id="556" name="Google Shape;556;p62"/>
          <p:cNvPicPr preferRelativeResize="0"/>
          <p:nvPr/>
        </p:nvPicPr>
        <p:blipFill rotWithShape="1">
          <a:blip r:embed="rId6">
            <a:alphaModFix amt="23000"/>
          </a:blip>
          <a:srcRect b="0" l="50261" r="0" t="0"/>
          <a:stretch/>
        </p:blipFill>
        <p:spPr>
          <a:xfrm>
            <a:off x="5902035" y="-34234"/>
            <a:ext cx="3310799" cy="5143500"/>
          </a:xfrm>
          <a:prstGeom prst="rect">
            <a:avLst/>
          </a:prstGeom>
          <a:noFill/>
          <a:ln>
            <a:noFill/>
          </a:ln>
        </p:spPr>
      </p:pic>
      <p:pic>
        <p:nvPicPr>
          <p:cNvPr id="557" name="Google Shape;557;p62" title="b3eaa60e-d18d-46b9-b73c-e73008bf6454 (1).png"/>
          <p:cNvPicPr preferRelativeResize="0"/>
          <p:nvPr/>
        </p:nvPicPr>
        <p:blipFill>
          <a:blip r:embed="rId7">
            <a:alphaModFix/>
          </a:blip>
          <a:stretch>
            <a:fillRect/>
          </a:stretch>
        </p:blipFill>
        <p:spPr>
          <a:xfrm>
            <a:off x="3685488" y="240963"/>
            <a:ext cx="4661576" cy="46615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p63"/>
          <p:cNvSpPr/>
          <p:nvPr/>
        </p:nvSpPr>
        <p:spPr>
          <a:xfrm>
            <a:off x="0" y="-9000"/>
            <a:ext cx="9144000" cy="5161500"/>
          </a:xfrm>
          <a:prstGeom prst="rect">
            <a:avLst/>
          </a:prstGeom>
          <a:solidFill>
            <a:srgbClr val="1100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2800"/>
              <a:buFont typeface="Arial"/>
              <a:buNone/>
            </a:pPr>
            <a:r>
              <a:t/>
            </a:r>
            <a:endParaRPr b="1" sz="2200">
              <a:solidFill>
                <a:srgbClr val="021B99"/>
              </a:solidFill>
              <a:latin typeface="Poppins"/>
              <a:ea typeface="Poppins"/>
              <a:cs typeface="Poppins"/>
              <a:sym typeface="Poppins"/>
            </a:endParaRPr>
          </a:p>
        </p:txBody>
      </p:sp>
      <p:sp>
        <p:nvSpPr>
          <p:cNvPr id="563" name="Google Shape;563;p63"/>
          <p:cNvSpPr txBox="1"/>
          <p:nvPr/>
        </p:nvSpPr>
        <p:spPr>
          <a:xfrm>
            <a:off x="495150" y="4180700"/>
            <a:ext cx="8153700" cy="72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2800"/>
              <a:buFont typeface="Arial"/>
              <a:buNone/>
            </a:pPr>
            <a:r>
              <a:t/>
            </a:r>
            <a:endParaRPr sz="2800">
              <a:solidFill>
                <a:schemeClr val="lt1"/>
              </a:solidFill>
              <a:latin typeface="Poppins"/>
              <a:ea typeface="Poppins"/>
              <a:cs typeface="Poppins"/>
              <a:sym typeface="Poppins"/>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p:txBody>
      </p:sp>
      <p:pic>
        <p:nvPicPr>
          <p:cNvPr id="564" name="Google Shape;564;p63"/>
          <p:cNvPicPr preferRelativeResize="0"/>
          <p:nvPr/>
        </p:nvPicPr>
        <p:blipFill rotWithShape="1">
          <a:blip r:embed="rId3">
            <a:alphaModFix/>
          </a:blip>
          <a:srcRect b="0" l="0" r="0" t="0"/>
          <a:stretch/>
        </p:blipFill>
        <p:spPr>
          <a:xfrm>
            <a:off x="8185002" y="63549"/>
            <a:ext cx="819695" cy="491233"/>
          </a:xfrm>
          <a:prstGeom prst="rect">
            <a:avLst/>
          </a:prstGeom>
          <a:noFill/>
          <a:ln>
            <a:noFill/>
          </a:ln>
        </p:spPr>
      </p:pic>
      <p:sp>
        <p:nvSpPr>
          <p:cNvPr id="565" name="Google Shape;565;p63"/>
          <p:cNvSpPr txBox="1"/>
          <p:nvPr/>
        </p:nvSpPr>
        <p:spPr>
          <a:xfrm>
            <a:off x="189130" y="4801377"/>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000000"/>
              </a:solidFill>
              <a:latin typeface="Poppins"/>
              <a:ea typeface="Poppins"/>
              <a:cs typeface="Poppins"/>
              <a:sym typeface="Poppins"/>
            </a:endParaRPr>
          </a:p>
        </p:txBody>
      </p:sp>
      <p:sp>
        <p:nvSpPr>
          <p:cNvPr id="566" name="Google Shape;566;p63"/>
          <p:cNvSpPr txBox="1"/>
          <p:nvPr/>
        </p:nvSpPr>
        <p:spPr>
          <a:xfrm>
            <a:off x="4434500" y="1815913"/>
            <a:ext cx="4570200" cy="7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200">
                <a:solidFill>
                  <a:srgbClr val="FFFFFF"/>
                </a:solidFill>
                <a:latin typeface="Poppins"/>
                <a:ea typeface="Poppins"/>
                <a:cs typeface="Poppins"/>
                <a:sym typeface="Poppins"/>
              </a:rPr>
              <a:t>🔧 ¡Activa tu modo encuesta!</a:t>
            </a:r>
            <a:endParaRPr b="1" sz="2200">
              <a:solidFill>
                <a:srgbClr val="FFFFFF"/>
              </a:solidFill>
              <a:latin typeface="Poppins"/>
              <a:ea typeface="Poppins"/>
              <a:cs typeface="Poppins"/>
              <a:sym typeface="Poppins"/>
            </a:endParaRPr>
          </a:p>
          <a:p>
            <a:pPr indent="0" lvl="0" marL="0" rtl="0" algn="ctr">
              <a:spcBef>
                <a:spcPts val="1000"/>
              </a:spcBef>
              <a:spcAft>
                <a:spcPts val="0"/>
              </a:spcAft>
              <a:buNone/>
            </a:pPr>
            <a:r>
              <a:rPr b="1" lang="es" sz="2000">
                <a:solidFill>
                  <a:srgbClr val="FFFFFF"/>
                </a:solidFill>
                <a:latin typeface="Poppins"/>
                <a:ea typeface="Poppins"/>
                <a:cs typeface="Poppins"/>
                <a:sym typeface="Poppins"/>
              </a:rPr>
              <a:t>El sistema necesita tu opinión</a:t>
            </a:r>
            <a:endParaRPr b="1" sz="2000">
              <a:solidFill>
                <a:srgbClr val="FFFFFF"/>
              </a:solidFill>
              <a:latin typeface="Poppins"/>
              <a:ea typeface="Poppins"/>
              <a:cs typeface="Poppins"/>
              <a:sym typeface="Poppins"/>
            </a:endParaRPr>
          </a:p>
        </p:txBody>
      </p:sp>
      <p:sp>
        <p:nvSpPr>
          <p:cNvPr id="567" name="Google Shape;567;p63"/>
          <p:cNvSpPr txBox="1"/>
          <p:nvPr/>
        </p:nvSpPr>
        <p:spPr>
          <a:xfrm>
            <a:off x="4551200" y="2819338"/>
            <a:ext cx="4336800" cy="72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2200">
                <a:solidFill>
                  <a:srgbClr val="FFFFFF"/>
                </a:solidFill>
                <a:latin typeface="Poppins"/>
                <a:ea typeface="Poppins"/>
                <a:cs typeface="Poppins"/>
                <a:sym typeface="Poppins"/>
              </a:rPr>
              <a:t>🛠️bit.ly/tropos-club</a:t>
            </a:r>
            <a:endParaRPr b="1" sz="2200">
              <a:solidFill>
                <a:srgbClr val="FFFFFF"/>
              </a:solidFill>
              <a:latin typeface="Poppins"/>
              <a:ea typeface="Poppins"/>
              <a:cs typeface="Poppins"/>
              <a:sym typeface="Poppins"/>
            </a:endParaRPr>
          </a:p>
        </p:txBody>
      </p:sp>
      <p:pic>
        <p:nvPicPr>
          <p:cNvPr id="568" name="Google Shape;568;p63" title="qr-code (13).png"/>
          <p:cNvPicPr preferRelativeResize="0"/>
          <p:nvPr/>
        </p:nvPicPr>
        <p:blipFill>
          <a:blip r:embed="rId4">
            <a:alphaModFix/>
          </a:blip>
          <a:stretch>
            <a:fillRect/>
          </a:stretch>
        </p:blipFill>
        <p:spPr>
          <a:xfrm>
            <a:off x="560750" y="704813"/>
            <a:ext cx="3733875" cy="3733875"/>
          </a:xfrm>
          <a:prstGeom prst="rect">
            <a:avLst/>
          </a:prstGeom>
          <a:solidFill>
            <a:srgbClr val="11009C"/>
          </a:solid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2" name="Shape 572"/>
        <p:cNvGrpSpPr/>
        <p:nvPr/>
      </p:nvGrpSpPr>
      <p:grpSpPr>
        <a:xfrm>
          <a:off x="0" y="0"/>
          <a:ext cx="0" cy="0"/>
          <a:chOff x="0" y="0"/>
          <a:chExt cx="0" cy="0"/>
        </a:xfrm>
      </p:grpSpPr>
      <p:sp>
        <p:nvSpPr>
          <p:cNvPr id="573" name="Google Shape;573;p64"/>
          <p:cNvSpPr txBox="1"/>
          <p:nvPr/>
        </p:nvSpPr>
        <p:spPr>
          <a:xfrm>
            <a:off x="1294047" y="284531"/>
            <a:ext cx="6555900" cy="700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4100">
                <a:solidFill>
                  <a:srgbClr val="11009C"/>
                </a:solidFill>
                <a:latin typeface="Poppins SemiBold"/>
                <a:ea typeface="Poppins SemiBold"/>
                <a:cs typeface="Poppins SemiBold"/>
                <a:sym typeface="Poppins SemiBold"/>
              </a:rPr>
              <a:t>PASO 2</a:t>
            </a:r>
            <a:endParaRPr sz="4200">
              <a:solidFill>
                <a:srgbClr val="11009C"/>
              </a:solidFill>
              <a:latin typeface="Poppins SemiBold"/>
              <a:ea typeface="Poppins SemiBold"/>
              <a:cs typeface="Poppins SemiBold"/>
              <a:sym typeface="Poppins SemiBold"/>
            </a:endParaRPr>
          </a:p>
        </p:txBody>
      </p:sp>
      <p:sp>
        <p:nvSpPr>
          <p:cNvPr id="574" name="Google Shape;574;p64"/>
          <p:cNvSpPr txBox="1"/>
          <p:nvPr/>
        </p:nvSpPr>
        <p:spPr>
          <a:xfrm>
            <a:off x="2069563" y="1895825"/>
            <a:ext cx="5115000" cy="13083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Clr>
                <a:schemeClr val="dk1"/>
              </a:buClr>
              <a:buFont typeface="Arial"/>
              <a:buNone/>
            </a:pPr>
            <a:r>
              <a:rPr b="1" i="1" lang="es" sz="3800">
                <a:solidFill>
                  <a:srgbClr val="11009C"/>
                </a:solidFill>
                <a:latin typeface="Poppins"/>
                <a:ea typeface="Poppins"/>
                <a:cs typeface="Poppins"/>
                <a:sym typeface="Poppins"/>
              </a:rPr>
              <a:t>Escuchando </a:t>
            </a:r>
            <a:endParaRPr b="1" i="1" sz="3800">
              <a:solidFill>
                <a:srgbClr val="11009C"/>
              </a:solidFill>
              <a:latin typeface="Poppins"/>
              <a:ea typeface="Poppins"/>
              <a:cs typeface="Poppins"/>
              <a:sym typeface="Poppins"/>
            </a:endParaRPr>
          </a:p>
          <a:p>
            <a:pPr indent="0" lvl="0" marL="0" rtl="0" algn="ctr">
              <a:spcBef>
                <a:spcPts val="0"/>
              </a:spcBef>
              <a:spcAft>
                <a:spcPts val="0"/>
              </a:spcAft>
              <a:buClr>
                <a:schemeClr val="dk1"/>
              </a:buClr>
              <a:buFont typeface="Arial"/>
              <a:buNone/>
            </a:pPr>
            <a:r>
              <a:rPr b="1" i="1" lang="es" sz="3800">
                <a:solidFill>
                  <a:srgbClr val="11009C"/>
                </a:solidFill>
                <a:latin typeface="Poppins"/>
                <a:ea typeface="Poppins"/>
                <a:cs typeface="Poppins"/>
                <a:sym typeface="Poppins"/>
              </a:rPr>
              <a:t>Plantas</a:t>
            </a:r>
            <a:endParaRPr b="1" i="1" sz="3800">
              <a:solidFill>
                <a:srgbClr val="11009C"/>
              </a:solidFill>
              <a:latin typeface="Poppins"/>
              <a:ea typeface="Poppins"/>
              <a:cs typeface="Poppins"/>
              <a:sym typeface="Poppins"/>
            </a:endParaRPr>
          </a:p>
        </p:txBody>
      </p:sp>
      <p:sp>
        <p:nvSpPr>
          <p:cNvPr id="575" name="Google Shape;575;p64"/>
          <p:cNvSpPr/>
          <p:nvPr/>
        </p:nvSpPr>
        <p:spPr>
          <a:xfrm rot="-783733">
            <a:off x="6891226" y="-493000"/>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76" name="Google Shape;576;p64"/>
          <p:cNvSpPr/>
          <p:nvPr/>
        </p:nvSpPr>
        <p:spPr>
          <a:xfrm>
            <a:off x="-1289197" y="3633575"/>
            <a:ext cx="2990400" cy="2990400"/>
          </a:xfrm>
          <a:prstGeom prst="donut">
            <a:avLst>
              <a:gd fmla="val 25000" name="adj"/>
            </a:avLst>
          </a:prstGeom>
          <a:solidFill>
            <a:srgbClr val="11009C"/>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77" name="Google Shape;577;p64"/>
          <p:cNvSpPr/>
          <p:nvPr/>
        </p:nvSpPr>
        <p:spPr>
          <a:xfrm rot="-783733">
            <a:off x="7100216" y="408316"/>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78" name="Google Shape;578;p64"/>
          <p:cNvSpPr/>
          <p:nvPr/>
        </p:nvSpPr>
        <p:spPr>
          <a:xfrm rot="-783733">
            <a:off x="7306639" y="1298558"/>
            <a:ext cx="1219864" cy="1219864"/>
          </a:xfrm>
          <a:prstGeom prst="donut">
            <a:avLst>
              <a:gd fmla="val 25000" name="adj"/>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79" name="Google Shape;579;p64"/>
          <p:cNvSpPr/>
          <p:nvPr/>
        </p:nvSpPr>
        <p:spPr>
          <a:xfrm rot="-3774507">
            <a:off x="6855436" y="3886136"/>
            <a:ext cx="1065844" cy="1026932"/>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80" name="Google Shape;580;p64"/>
          <p:cNvSpPr/>
          <p:nvPr/>
        </p:nvSpPr>
        <p:spPr>
          <a:xfrm rot="1264960">
            <a:off x="326749" y="2328877"/>
            <a:ext cx="1065845" cy="1027183"/>
          </a:xfrm>
          <a:prstGeom prst="corner">
            <a:avLst>
              <a:gd fmla="val 43685" name="adj1"/>
              <a:gd fmla="val 37896" name="adj2"/>
            </a:avLst>
          </a:prstGeom>
          <a:solidFill>
            <a:srgbClr val="11009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581" name="Google Shape;581;p64"/>
          <p:cNvGrpSpPr/>
          <p:nvPr/>
        </p:nvGrpSpPr>
        <p:grpSpPr>
          <a:xfrm>
            <a:off x="-126275" y="4746700"/>
            <a:ext cx="9270322" cy="401792"/>
            <a:chOff x="0" y="-29340"/>
            <a:chExt cx="2901600" cy="5177731"/>
          </a:xfrm>
        </p:grpSpPr>
        <p:pic>
          <p:nvPicPr>
            <p:cNvPr id="582" name="Google Shape;582;p64"/>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583" name="Google Shape;583;p64"/>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84" name="Google Shape;584;p64"/>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585" name="Google Shape;585;p64"/>
          <p:cNvPicPr preferRelativeResize="0"/>
          <p:nvPr/>
        </p:nvPicPr>
        <p:blipFill rotWithShape="1">
          <a:blip r:embed="rId4">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5"/>
          <p:cNvSpPr txBox="1"/>
          <p:nvPr/>
        </p:nvSpPr>
        <p:spPr>
          <a:xfrm>
            <a:off x="114700" y="132675"/>
            <a:ext cx="32286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4100">
                <a:solidFill>
                  <a:srgbClr val="11009C"/>
                </a:solidFill>
                <a:latin typeface="Poppins SemiBold"/>
                <a:ea typeface="Poppins SemiBold"/>
                <a:cs typeface="Poppins SemiBold"/>
                <a:sym typeface="Poppins SemiBold"/>
              </a:rPr>
              <a:t>MATANGA</a:t>
            </a:r>
            <a:r>
              <a:rPr lang="es" sz="4100">
                <a:solidFill>
                  <a:srgbClr val="11009C"/>
                </a:solidFill>
                <a:latin typeface="Poppins SemiBold"/>
                <a:ea typeface="Poppins SemiBold"/>
                <a:cs typeface="Poppins SemiBold"/>
                <a:sym typeface="Poppins SemiBold"/>
              </a:rPr>
              <a:t>:</a:t>
            </a:r>
            <a:endParaRPr sz="4200">
              <a:solidFill>
                <a:srgbClr val="11009C"/>
              </a:solidFill>
              <a:latin typeface="Poppins SemiBold"/>
              <a:ea typeface="Poppins SemiBold"/>
              <a:cs typeface="Poppins SemiBold"/>
              <a:sym typeface="Poppins SemiBold"/>
            </a:endParaRPr>
          </a:p>
        </p:txBody>
      </p:sp>
      <p:pic>
        <p:nvPicPr>
          <p:cNvPr id="591" name="Google Shape;591;p65"/>
          <p:cNvPicPr preferRelativeResize="0"/>
          <p:nvPr/>
        </p:nvPicPr>
        <p:blipFill>
          <a:blip r:embed="rId3">
            <a:alphaModFix/>
          </a:blip>
          <a:stretch>
            <a:fillRect/>
          </a:stretch>
        </p:blipFill>
        <p:spPr>
          <a:xfrm>
            <a:off x="941198" y="939200"/>
            <a:ext cx="7614476" cy="3550743"/>
          </a:xfrm>
          <a:prstGeom prst="rect">
            <a:avLst/>
          </a:prstGeom>
          <a:noFill/>
          <a:ln>
            <a:noFill/>
          </a:ln>
        </p:spPr>
      </p:pic>
      <p:pic>
        <p:nvPicPr>
          <p:cNvPr id="592" name="Google Shape;592;p65"/>
          <p:cNvPicPr preferRelativeResize="0"/>
          <p:nvPr/>
        </p:nvPicPr>
        <p:blipFill>
          <a:blip r:embed="rId4">
            <a:alphaModFix/>
          </a:blip>
          <a:stretch>
            <a:fillRect/>
          </a:stretch>
        </p:blipFill>
        <p:spPr>
          <a:xfrm rot="1275037">
            <a:off x="2503052" y="1599121"/>
            <a:ext cx="3525815" cy="2935794"/>
          </a:xfrm>
          <a:prstGeom prst="rect">
            <a:avLst/>
          </a:prstGeom>
          <a:noFill/>
          <a:ln>
            <a:noFill/>
          </a:ln>
        </p:spPr>
      </p:pic>
      <p:grpSp>
        <p:nvGrpSpPr>
          <p:cNvPr id="593" name="Google Shape;593;p65"/>
          <p:cNvGrpSpPr/>
          <p:nvPr/>
        </p:nvGrpSpPr>
        <p:grpSpPr>
          <a:xfrm>
            <a:off x="-126275" y="4746700"/>
            <a:ext cx="9270322" cy="401792"/>
            <a:chOff x="0" y="-29340"/>
            <a:chExt cx="2901600" cy="5177731"/>
          </a:xfrm>
        </p:grpSpPr>
        <p:pic>
          <p:nvPicPr>
            <p:cNvPr id="594" name="Google Shape;594;p65"/>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595" name="Google Shape;595;p65"/>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596" name="Google Shape;596;p65"/>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597" name="Google Shape;597;p65"/>
          <p:cNvPicPr preferRelativeResize="0"/>
          <p:nvPr/>
        </p:nvPicPr>
        <p:blipFill rotWithShape="1">
          <a:blip r:embed="rId6">
            <a:alphaModFix/>
          </a:blip>
          <a:srcRect b="21938" l="9222" r="8365" t="22367"/>
          <a:stretch/>
        </p:blipFill>
        <p:spPr>
          <a:xfrm>
            <a:off x="8256352" y="156884"/>
            <a:ext cx="677000" cy="304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0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6"/>
          <p:cNvSpPr txBox="1"/>
          <p:nvPr/>
        </p:nvSpPr>
        <p:spPr>
          <a:xfrm>
            <a:off x="114701" y="132675"/>
            <a:ext cx="34017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4100">
                <a:solidFill>
                  <a:srgbClr val="11009C"/>
                </a:solidFill>
                <a:latin typeface="Poppins SemiBold"/>
                <a:ea typeface="Poppins SemiBold"/>
                <a:cs typeface="Poppins SemiBold"/>
                <a:sym typeface="Poppins SemiBold"/>
              </a:rPr>
              <a:t>MATANGA:</a:t>
            </a:r>
            <a:endParaRPr sz="4200">
              <a:solidFill>
                <a:srgbClr val="11009C"/>
              </a:solidFill>
              <a:latin typeface="Poppins SemiBold"/>
              <a:ea typeface="Poppins SemiBold"/>
              <a:cs typeface="Poppins SemiBold"/>
              <a:sym typeface="Poppins SemiBold"/>
            </a:endParaRPr>
          </a:p>
        </p:txBody>
      </p:sp>
      <p:pic>
        <p:nvPicPr>
          <p:cNvPr id="603" name="Google Shape;603;p66"/>
          <p:cNvPicPr preferRelativeResize="0"/>
          <p:nvPr/>
        </p:nvPicPr>
        <p:blipFill>
          <a:blip r:embed="rId3">
            <a:alphaModFix/>
          </a:blip>
          <a:stretch>
            <a:fillRect/>
          </a:stretch>
        </p:blipFill>
        <p:spPr>
          <a:xfrm>
            <a:off x="1025425" y="832875"/>
            <a:ext cx="8514249" cy="4453600"/>
          </a:xfrm>
          <a:prstGeom prst="rect">
            <a:avLst/>
          </a:prstGeom>
          <a:noFill/>
          <a:ln>
            <a:noFill/>
          </a:ln>
        </p:spPr>
      </p:pic>
      <p:grpSp>
        <p:nvGrpSpPr>
          <p:cNvPr id="604" name="Google Shape;604;p66"/>
          <p:cNvGrpSpPr/>
          <p:nvPr/>
        </p:nvGrpSpPr>
        <p:grpSpPr>
          <a:xfrm>
            <a:off x="-126275" y="4746700"/>
            <a:ext cx="9270322" cy="401792"/>
            <a:chOff x="0" y="-29340"/>
            <a:chExt cx="2901600" cy="5177731"/>
          </a:xfrm>
        </p:grpSpPr>
        <p:pic>
          <p:nvPicPr>
            <p:cNvPr id="605" name="Google Shape;605;p66"/>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606" name="Google Shape;606;p66"/>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07" name="Google Shape;607;p66"/>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608" name="Google Shape;608;p66"/>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mph" presetID="8" presetSubtype="0">
                                  <p:stCondLst>
                                    <p:cond delay="0"/>
                                  </p:stCondLst>
                                  <p:childTnLst>
                                    <p:animRot by="-21600000">
                                      <p:cBhvr>
                                        <p:cTn dur="900" fill="hold"/>
                                        <p:tgtEl>
                                          <p:spTgt spid="603"/>
                                        </p:tgtEl>
                                        <p:attrNameLst>
                                          <p:attrName>r</p:attrName>
                                        </p:attrNameLst>
                                      </p:cBhvr>
                                    </p:animRot>
                                  </p:childTnLst>
                                </p:cTn>
                              </p:par>
                            </p:childTnLst>
                          </p:cTn>
                        </p:par>
                        <p:par>
                          <p:cTn fill="hold">
                            <p:stCondLst>
                              <p:cond delay="900"/>
                            </p:stCondLst>
                            <p:childTnLst>
                              <p:par>
                                <p:cTn fill="hold" nodeType="afterEffect" presetClass="emph" presetID="8" presetSubtype="0">
                                  <p:stCondLst>
                                    <p:cond delay="0"/>
                                  </p:stCondLst>
                                  <p:childTnLst>
                                    <p:animRot by="-21600000">
                                      <p:cBhvr>
                                        <p:cTn dur="900" fill="hold"/>
                                        <p:tgtEl>
                                          <p:spTgt spid="603"/>
                                        </p:tgtEl>
                                        <p:attrNameLst>
                                          <p:attrName>r</p:attrName>
                                        </p:attrNameLst>
                                      </p:cBhvr>
                                    </p:animRot>
                                  </p:childTnLst>
                                </p:cTn>
                              </p:par>
                            </p:childTnLst>
                          </p:cTn>
                        </p:par>
                        <p:par>
                          <p:cTn fill="hold">
                            <p:stCondLst>
                              <p:cond delay="1800"/>
                            </p:stCondLst>
                            <p:childTnLst>
                              <p:par>
                                <p:cTn fill="hold" nodeType="afterEffect" presetClass="emph" presetID="8" presetSubtype="0">
                                  <p:stCondLst>
                                    <p:cond delay="0"/>
                                  </p:stCondLst>
                                  <p:childTnLst>
                                    <p:animRot by="-21600000">
                                      <p:cBhvr>
                                        <p:cTn dur="1100" fill="hold"/>
                                        <p:tgtEl>
                                          <p:spTgt spid="60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7"/>
          <p:cNvSpPr txBox="1"/>
          <p:nvPr/>
        </p:nvSpPr>
        <p:spPr>
          <a:xfrm>
            <a:off x="114698" y="132675"/>
            <a:ext cx="2621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4100">
                <a:solidFill>
                  <a:srgbClr val="11009C"/>
                </a:solidFill>
                <a:latin typeface="Poppins SemiBold"/>
                <a:ea typeface="Poppins SemiBold"/>
                <a:cs typeface="Poppins SemiBold"/>
                <a:sym typeface="Poppins SemiBold"/>
              </a:rPr>
              <a:t>CÓDIGO:</a:t>
            </a:r>
            <a:endParaRPr sz="4200">
              <a:solidFill>
                <a:srgbClr val="11009C"/>
              </a:solidFill>
              <a:latin typeface="Poppins SemiBold"/>
              <a:ea typeface="Poppins SemiBold"/>
              <a:cs typeface="Poppins SemiBold"/>
              <a:sym typeface="Poppins SemiBold"/>
            </a:endParaRPr>
          </a:p>
        </p:txBody>
      </p:sp>
      <p:pic>
        <p:nvPicPr>
          <p:cNvPr id="614" name="Google Shape;614;p67"/>
          <p:cNvPicPr preferRelativeResize="0"/>
          <p:nvPr/>
        </p:nvPicPr>
        <p:blipFill>
          <a:blip r:embed="rId3">
            <a:alphaModFix/>
          </a:blip>
          <a:stretch>
            <a:fillRect/>
          </a:stretch>
        </p:blipFill>
        <p:spPr>
          <a:xfrm>
            <a:off x="1060850" y="1833275"/>
            <a:ext cx="6742999" cy="4495325"/>
          </a:xfrm>
          <a:prstGeom prst="rect">
            <a:avLst/>
          </a:prstGeom>
          <a:noFill/>
          <a:ln>
            <a:noFill/>
          </a:ln>
        </p:spPr>
      </p:pic>
      <p:pic>
        <p:nvPicPr>
          <p:cNvPr id="615" name="Google Shape;615;p67"/>
          <p:cNvPicPr preferRelativeResize="0"/>
          <p:nvPr/>
        </p:nvPicPr>
        <p:blipFill>
          <a:blip r:embed="rId4">
            <a:alphaModFix/>
          </a:blip>
          <a:stretch>
            <a:fillRect/>
          </a:stretch>
        </p:blipFill>
        <p:spPr>
          <a:xfrm>
            <a:off x="3113351" y="902375"/>
            <a:ext cx="1840500" cy="1931775"/>
          </a:xfrm>
          <a:prstGeom prst="rect">
            <a:avLst/>
          </a:prstGeom>
          <a:noFill/>
          <a:ln>
            <a:noFill/>
          </a:ln>
        </p:spPr>
      </p:pic>
      <p:grpSp>
        <p:nvGrpSpPr>
          <p:cNvPr id="616" name="Google Shape;616;p67"/>
          <p:cNvGrpSpPr/>
          <p:nvPr/>
        </p:nvGrpSpPr>
        <p:grpSpPr>
          <a:xfrm>
            <a:off x="-126275" y="4746700"/>
            <a:ext cx="9270322" cy="401792"/>
            <a:chOff x="0" y="-29340"/>
            <a:chExt cx="2901600" cy="5177731"/>
          </a:xfrm>
        </p:grpSpPr>
        <p:pic>
          <p:nvPicPr>
            <p:cNvPr id="617" name="Google Shape;617;p67"/>
            <p:cNvPicPr preferRelativeResize="0"/>
            <p:nvPr/>
          </p:nvPicPr>
          <p:blipFill rotWithShape="1">
            <a:blip r:embed="rId5">
              <a:alphaModFix/>
            </a:blip>
            <a:srcRect b="68756" l="25893" r="0" t="0"/>
            <a:stretch/>
          </p:blipFill>
          <p:spPr>
            <a:xfrm rot="5400000">
              <a:off x="-1130296" y="1116585"/>
              <a:ext cx="5172836" cy="2890776"/>
            </a:xfrm>
            <a:prstGeom prst="rect">
              <a:avLst/>
            </a:prstGeom>
            <a:noFill/>
            <a:ln>
              <a:noFill/>
            </a:ln>
          </p:spPr>
        </p:pic>
        <p:sp>
          <p:nvSpPr>
            <p:cNvPr id="618" name="Google Shape;618;p67"/>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19" name="Google Shape;619;p67"/>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620" name="Google Shape;620;p67"/>
          <p:cNvPicPr preferRelativeResize="0"/>
          <p:nvPr/>
        </p:nvPicPr>
        <p:blipFill rotWithShape="1">
          <a:blip r:embed="rId6">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pic>
        <p:nvPicPr>
          <p:cNvPr id="625" name="Google Shape;625;p68"/>
          <p:cNvPicPr preferRelativeResize="0"/>
          <p:nvPr/>
        </p:nvPicPr>
        <p:blipFill rotWithShape="1">
          <a:blip r:embed="rId3">
            <a:alphaModFix/>
          </a:blip>
          <a:srcRect b="24307" l="18452" r="21639" t="19724"/>
          <a:stretch/>
        </p:blipFill>
        <p:spPr>
          <a:xfrm>
            <a:off x="4060752" y="772165"/>
            <a:ext cx="3889823" cy="2876997"/>
          </a:xfrm>
          <a:prstGeom prst="rect">
            <a:avLst/>
          </a:prstGeom>
          <a:noFill/>
          <a:ln>
            <a:noFill/>
          </a:ln>
        </p:spPr>
      </p:pic>
      <p:sp>
        <p:nvSpPr>
          <p:cNvPr id="626" name="Google Shape;626;p68"/>
          <p:cNvSpPr/>
          <p:nvPr/>
        </p:nvSpPr>
        <p:spPr>
          <a:xfrm>
            <a:off x="3548500" y="135449"/>
            <a:ext cx="1889100" cy="5931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11009C"/>
                </a:solidFill>
                <a:latin typeface="Poppins"/>
                <a:ea typeface="Poppins"/>
                <a:cs typeface="Poppins"/>
                <a:sym typeface="Poppins"/>
              </a:rPr>
              <a:t>LED indicador de frecuencia</a:t>
            </a:r>
            <a:endParaRPr b="1">
              <a:solidFill>
                <a:srgbClr val="11009C"/>
              </a:solidFill>
              <a:latin typeface="Poppins"/>
              <a:ea typeface="Poppins"/>
              <a:cs typeface="Poppins"/>
              <a:sym typeface="Poppins"/>
            </a:endParaRPr>
          </a:p>
        </p:txBody>
      </p:sp>
      <p:cxnSp>
        <p:nvCxnSpPr>
          <p:cNvPr id="627" name="Google Shape;627;p68"/>
          <p:cNvCxnSpPr>
            <a:stCxn id="626" idx="3"/>
          </p:cNvCxnSpPr>
          <p:nvPr/>
        </p:nvCxnSpPr>
        <p:spPr>
          <a:xfrm>
            <a:off x="5437600" y="431999"/>
            <a:ext cx="1609800" cy="619200"/>
          </a:xfrm>
          <a:prstGeom prst="curvedConnector3">
            <a:avLst>
              <a:gd fmla="val 50000" name="adj1"/>
            </a:avLst>
          </a:prstGeom>
          <a:noFill/>
          <a:ln cap="flat" cmpd="sng" w="38100">
            <a:solidFill>
              <a:srgbClr val="11009C"/>
            </a:solidFill>
            <a:prstDash val="solid"/>
            <a:round/>
            <a:headEnd len="med" w="med" type="none"/>
            <a:tailEnd len="med" w="med" type="oval"/>
          </a:ln>
        </p:spPr>
      </p:cxnSp>
      <p:sp>
        <p:nvSpPr>
          <p:cNvPr id="628" name="Google Shape;628;p68"/>
          <p:cNvSpPr/>
          <p:nvPr/>
        </p:nvSpPr>
        <p:spPr>
          <a:xfrm>
            <a:off x="2416126" y="873096"/>
            <a:ext cx="1889100" cy="5931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11009C"/>
                </a:solidFill>
                <a:latin typeface="Poppins"/>
                <a:ea typeface="Poppins"/>
                <a:cs typeface="Poppins"/>
                <a:sym typeface="Poppins"/>
              </a:rPr>
              <a:t>Capacitores de desacoplamiento</a:t>
            </a:r>
            <a:endParaRPr b="1">
              <a:solidFill>
                <a:srgbClr val="11009C"/>
              </a:solidFill>
              <a:latin typeface="Poppins"/>
              <a:ea typeface="Poppins"/>
              <a:cs typeface="Poppins"/>
              <a:sym typeface="Poppins"/>
            </a:endParaRPr>
          </a:p>
        </p:txBody>
      </p:sp>
      <p:cxnSp>
        <p:nvCxnSpPr>
          <p:cNvPr id="629" name="Google Shape;629;p68"/>
          <p:cNvCxnSpPr/>
          <p:nvPr/>
        </p:nvCxnSpPr>
        <p:spPr>
          <a:xfrm>
            <a:off x="4328712" y="1146266"/>
            <a:ext cx="2012100" cy="624600"/>
          </a:xfrm>
          <a:prstGeom prst="curvedConnector3">
            <a:avLst>
              <a:gd fmla="val 50000" name="adj1"/>
            </a:avLst>
          </a:prstGeom>
          <a:noFill/>
          <a:ln cap="flat" cmpd="sng" w="38100">
            <a:solidFill>
              <a:srgbClr val="11009C"/>
            </a:solidFill>
            <a:prstDash val="solid"/>
            <a:round/>
            <a:headEnd len="med" w="med" type="none"/>
            <a:tailEnd len="med" w="med" type="oval"/>
          </a:ln>
        </p:spPr>
      </p:cxnSp>
      <p:sp>
        <p:nvSpPr>
          <p:cNvPr id="630" name="Google Shape;630;p68"/>
          <p:cNvSpPr/>
          <p:nvPr/>
        </p:nvSpPr>
        <p:spPr>
          <a:xfrm>
            <a:off x="701893" y="1579101"/>
            <a:ext cx="1889100" cy="5931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11009C"/>
                </a:solidFill>
                <a:latin typeface="Poppins"/>
                <a:ea typeface="Poppins"/>
                <a:cs typeface="Poppins"/>
                <a:sym typeface="Poppins"/>
              </a:rPr>
              <a:t>Resistencia para el LED</a:t>
            </a:r>
            <a:endParaRPr b="1">
              <a:solidFill>
                <a:srgbClr val="11009C"/>
              </a:solidFill>
              <a:latin typeface="Poppins"/>
              <a:ea typeface="Poppins"/>
              <a:cs typeface="Poppins"/>
              <a:sym typeface="Poppins"/>
            </a:endParaRPr>
          </a:p>
        </p:txBody>
      </p:sp>
      <p:sp>
        <p:nvSpPr>
          <p:cNvPr id="631" name="Google Shape;631;p68"/>
          <p:cNvSpPr/>
          <p:nvPr/>
        </p:nvSpPr>
        <p:spPr>
          <a:xfrm>
            <a:off x="701893" y="3692658"/>
            <a:ext cx="2655600" cy="7986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11009C"/>
                </a:solidFill>
                <a:latin typeface="Poppins"/>
                <a:ea typeface="Poppins"/>
                <a:cs typeface="Poppins"/>
                <a:sym typeface="Poppins"/>
              </a:rPr>
              <a:t>Capacitor y Resistencia para el temporizador</a:t>
            </a:r>
            <a:endParaRPr b="1">
              <a:solidFill>
                <a:srgbClr val="11009C"/>
              </a:solidFill>
              <a:latin typeface="Poppins"/>
              <a:ea typeface="Poppins"/>
              <a:cs typeface="Poppins"/>
              <a:sym typeface="Poppins"/>
            </a:endParaRPr>
          </a:p>
        </p:txBody>
      </p:sp>
      <p:sp>
        <p:nvSpPr>
          <p:cNvPr id="632" name="Google Shape;632;p68"/>
          <p:cNvSpPr/>
          <p:nvPr/>
        </p:nvSpPr>
        <p:spPr>
          <a:xfrm>
            <a:off x="563750" y="2533150"/>
            <a:ext cx="1243800" cy="7986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rgbClr val="11009C"/>
              </a:buClr>
              <a:buSzPts val="1400"/>
              <a:buFont typeface="Poppins"/>
              <a:buChar char="●"/>
            </a:pPr>
            <a:r>
              <a:rPr b="1" lang="es">
                <a:solidFill>
                  <a:srgbClr val="11009C"/>
                </a:solidFill>
                <a:latin typeface="Poppins"/>
                <a:ea typeface="Poppins"/>
                <a:cs typeface="Poppins"/>
                <a:sym typeface="Poppins"/>
              </a:rPr>
              <a:t>GND</a:t>
            </a:r>
            <a:endParaRPr b="1">
              <a:solidFill>
                <a:srgbClr val="11009C"/>
              </a:solidFill>
              <a:latin typeface="Poppins"/>
              <a:ea typeface="Poppins"/>
              <a:cs typeface="Poppins"/>
              <a:sym typeface="Poppins"/>
            </a:endParaRPr>
          </a:p>
          <a:p>
            <a:pPr indent="-317500" lvl="0" marL="457200" rtl="0" algn="l">
              <a:spcBef>
                <a:spcPts val="0"/>
              </a:spcBef>
              <a:spcAft>
                <a:spcPts val="0"/>
              </a:spcAft>
              <a:buClr>
                <a:srgbClr val="11009C"/>
              </a:buClr>
              <a:buSzPts val="1400"/>
              <a:buFont typeface="Poppins"/>
              <a:buChar char="●"/>
            </a:pPr>
            <a:r>
              <a:rPr b="1" lang="es">
                <a:solidFill>
                  <a:srgbClr val="11009C"/>
                </a:solidFill>
                <a:latin typeface="Poppins"/>
                <a:ea typeface="Poppins"/>
                <a:cs typeface="Poppins"/>
                <a:sym typeface="Poppins"/>
              </a:rPr>
              <a:t>D3</a:t>
            </a:r>
            <a:endParaRPr b="1">
              <a:solidFill>
                <a:srgbClr val="11009C"/>
              </a:solidFill>
              <a:latin typeface="Poppins"/>
              <a:ea typeface="Poppins"/>
              <a:cs typeface="Poppins"/>
              <a:sym typeface="Poppins"/>
            </a:endParaRPr>
          </a:p>
          <a:p>
            <a:pPr indent="-317500" lvl="0" marL="457200" rtl="0" algn="l">
              <a:spcBef>
                <a:spcPts val="0"/>
              </a:spcBef>
              <a:spcAft>
                <a:spcPts val="0"/>
              </a:spcAft>
              <a:buClr>
                <a:srgbClr val="11009C"/>
              </a:buClr>
              <a:buSzPts val="1400"/>
              <a:buFont typeface="Poppins"/>
              <a:buChar char="●"/>
            </a:pPr>
            <a:r>
              <a:rPr b="1" lang="es">
                <a:solidFill>
                  <a:srgbClr val="11009C"/>
                </a:solidFill>
                <a:latin typeface="Poppins"/>
                <a:ea typeface="Poppins"/>
                <a:cs typeface="Poppins"/>
                <a:sym typeface="Poppins"/>
              </a:rPr>
              <a:t>VCC</a:t>
            </a:r>
            <a:endParaRPr b="1">
              <a:solidFill>
                <a:srgbClr val="11009C"/>
              </a:solidFill>
              <a:latin typeface="Poppins"/>
              <a:ea typeface="Poppins"/>
              <a:cs typeface="Poppins"/>
              <a:sym typeface="Poppins"/>
            </a:endParaRPr>
          </a:p>
        </p:txBody>
      </p:sp>
      <p:sp>
        <p:nvSpPr>
          <p:cNvPr id="633" name="Google Shape;633;p68"/>
          <p:cNvSpPr/>
          <p:nvPr/>
        </p:nvSpPr>
        <p:spPr>
          <a:xfrm>
            <a:off x="3800402" y="3692658"/>
            <a:ext cx="2655600" cy="798600"/>
          </a:xfrm>
          <a:prstGeom prst="roundRect">
            <a:avLst>
              <a:gd fmla="val 16667" name="adj"/>
            </a:avLst>
          </a:prstGeom>
          <a:solidFill>
            <a:schemeClr val="lt2"/>
          </a:solidFill>
          <a:ln cap="flat" cmpd="sng" w="38100">
            <a:solidFill>
              <a:srgbClr val="11009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11009C"/>
                </a:solidFill>
                <a:latin typeface="Poppins"/>
                <a:ea typeface="Poppins"/>
                <a:cs typeface="Poppins"/>
                <a:sym typeface="Poppins"/>
              </a:rPr>
              <a:t>Terminales del sensor</a:t>
            </a:r>
            <a:endParaRPr b="1">
              <a:solidFill>
                <a:srgbClr val="11009C"/>
              </a:solidFill>
              <a:latin typeface="Poppins"/>
              <a:ea typeface="Poppins"/>
              <a:cs typeface="Poppins"/>
              <a:sym typeface="Poppins"/>
            </a:endParaRPr>
          </a:p>
        </p:txBody>
      </p:sp>
      <p:cxnSp>
        <p:nvCxnSpPr>
          <p:cNvPr id="634" name="Google Shape;634;p68"/>
          <p:cNvCxnSpPr/>
          <p:nvPr/>
        </p:nvCxnSpPr>
        <p:spPr>
          <a:xfrm>
            <a:off x="2536934" y="1809873"/>
            <a:ext cx="2956500" cy="213600"/>
          </a:xfrm>
          <a:prstGeom prst="curvedConnector3">
            <a:avLst>
              <a:gd fmla="val 50000" name="adj1"/>
            </a:avLst>
          </a:prstGeom>
          <a:noFill/>
          <a:ln cap="flat" cmpd="sng" w="38100">
            <a:solidFill>
              <a:srgbClr val="11009C"/>
            </a:solidFill>
            <a:prstDash val="solid"/>
            <a:round/>
            <a:headEnd len="med" w="med" type="none"/>
            <a:tailEnd len="med" w="med" type="oval"/>
          </a:ln>
        </p:spPr>
      </p:cxnSp>
      <p:cxnSp>
        <p:nvCxnSpPr>
          <p:cNvPr id="635" name="Google Shape;635;p68"/>
          <p:cNvCxnSpPr/>
          <p:nvPr/>
        </p:nvCxnSpPr>
        <p:spPr>
          <a:xfrm flipH="1" rot="10800000">
            <a:off x="1807363" y="2625231"/>
            <a:ext cx="3276900" cy="316200"/>
          </a:xfrm>
          <a:prstGeom prst="curvedConnector3">
            <a:avLst>
              <a:gd fmla="val 50000" name="adj1"/>
            </a:avLst>
          </a:prstGeom>
          <a:noFill/>
          <a:ln cap="flat" cmpd="sng" w="38100">
            <a:solidFill>
              <a:srgbClr val="11009C"/>
            </a:solidFill>
            <a:prstDash val="solid"/>
            <a:round/>
            <a:headEnd len="med" w="med" type="none"/>
            <a:tailEnd len="med" w="med" type="oval"/>
          </a:ln>
        </p:spPr>
      </p:cxnSp>
      <p:cxnSp>
        <p:nvCxnSpPr>
          <p:cNvPr id="636" name="Google Shape;636;p68"/>
          <p:cNvCxnSpPr/>
          <p:nvPr/>
        </p:nvCxnSpPr>
        <p:spPr>
          <a:xfrm flipH="1" rot="10800000">
            <a:off x="2053749" y="2732024"/>
            <a:ext cx="4135200" cy="976500"/>
          </a:xfrm>
          <a:prstGeom prst="curvedConnector3">
            <a:avLst>
              <a:gd fmla="val 50000" name="adj1"/>
            </a:avLst>
          </a:prstGeom>
          <a:noFill/>
          <a:ln cap="flat" cmpd="sng" w="38100">
            <a:solidFill>
              <a:srgbClr val="11009C"/>
            </a:solidFill>
            <a:prstDash val="solid"/>
            <a:round/>
            <a:headEnd len="med" w="med" type="none"/>
            <a:tailEnd len="med" w="med" type="oval"/>
          </a:ln>
        </p:spPr>
      </p:cxnSp>
      <p:cxnSp>
        <p:nvCxnSpPr>
          <p:cNvPr id="637" name="Google Shape;637;p68"/>
          <p:cNvCxnSpPr/>
          <p:nvPr/>
        </p:nvCxnSpPr>
        <p:spPr>
          <a:xfrm rot="-5400000">
            <a:off x="5912605" y="2863886"/>
            <a:ext cx="1799700" cy="680400"/>
          </a:xfrm>
          <a:prstGeom prst="curvedConnector3">
            <a:avLst>
              <a:gd fmla="val 50000" name="adj1"/>
            </a:avLst>
          </a:prstGeom>
          <a:noFill/>
          <a:ln cap="flat" cmpd="sng" w="38100">
            <a:solidFill>
              <a:srgbClr val="11009C"/>
            </a:solidFill>
            <a:prstDash val="solid"/>
            <a:round/>
            <a:headEnd len="med" w="med" type="none"/>
            <a:tailEnd len="med" w="med" type="oval"/>
          </a:ln>
        </p:spPr>
      </p:cxnSp>
      <p:sp>
        <p:nvSpPr>
          <p:cNvPr id="638" name="Google Shape;638;p68"/>
          <p:cNvSpPr txBox="1"/>
          <p:nvPr/>
        </p:nvSpPr>
        <p:spPr>
          <a:xfrm>
            <a:off x="114700" y="132676"/>
            <a:ext cx="61029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4100">
                <a:solidFill>
                  <a:srgbClr val="11009C"/>
                </a:solidFill>
                <a:latin typeface="Poppins SemiBold"/>
                <a:ea typeface="Poppins SemiBold"/>
                <a:cs typeface="Poppins SemiBold"/>
                <a:sym typeface="Poppins SemiBold"/>
              </a:rPr>
              <a:t>CIRCUITO:</a:t>
            </a:r>
            <a:endParaRPr sz="4200">
              <a:solidFill>
                <a:srgbClr val="11009C"/>
              </a:solidFill>
              <a:latin typeface="Poppins SemiBold"/>
              <a:ea typeface="Poppins SemiBold"/>
              <a:cs typeface="Poppins SemiBold"/>
              <a:sym typeface="Poppins SemiBold"/>
            </a:endParaRPr>
          </a:p>
        </p:txBody>
      </p:sp>
      <p:grpSp>
        <p:nvGrpSpPr>
          <p:cNvPr id="639" name="Google Shape;639;p68"/>
          <p:cNvGrpSpPr/>
          <p:nvPr/>
        </p:nvGrpSpPr>
        <p:grpSpPr>
          <a:xfrm>
            <a:off x="-126275" y="4746700"/>
            <a:ext cx="9270322" cy="401792"/>
            <a:chOff x="0" y="-29340"/>
            <a:chExt cx="2901600" cy="5177731"/>
          </a:xfrm>
        </p:grpSpPr>
        <p:pic>
          <p:nvPicPr>
            <p:cNvPr id="640" name="Google Shape;640;p68"/>
            <p:cNvPicPr preferRelativeResize="0"/>
            <p:nvPr/>
          </p:nvPicPr>
          <p:blipFill rotWithShape="1">
            <a:blip r:embed="rId4">
              <a:alphaModFix/>
            </a:blip>
            <a:srcRect b="68756" l="25893" r="0" t="0"/>
            <a:stretch/>
          </p:blipFill>
          <p:spPr>
            <a:xfrm rot="5400000">
              <a:off x="-1130296" y="1116585"/>
              <a:ext cx="5172836" cy="2890776"/>
            </a:xfrm>
            <a:prstGeom prst="rect">
              <a:avLst/>
            </a:prstGeom>
            <a:noFill/>
            <a:ln>
              <a:noFill/>
            </a:ln>
          </p:spPr>
        </p:pic>
        <p:sp>
          <p:nvSpPr>
            <p:cNvPr id="641" name="Google Shape;641;p68"/>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42" name="Google Shape;642;p68"/>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643" name="Google Shape;643;p68"/>
          <p:cNvPicPr preferRelativeResize="0"/>
          <p:nvPr/>
        </p:nvPicPr>
        <p:blipFill rotWithShape="1">
          <a:blip r:embed="rId5">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69"/>
          <p:cNvPicPr preferRelativeResize="0"/>
          <p:nvPr/>
        </p:nvPicPr>
        <p:blipFill>
          <a:blip r:embed="rId3">
            <a:alphaModFix/>
          </a:blip>
          <a:stretch>
            <a:fillRect/>
          </a:stretch>
        </p:blipFill>
        <p:spPr>
          <a:xfrm>
            <a:off x="114700" y="900541"/>
            <a:ext cx="3173361" cy="1903380"/>
          </a:xfrm>
          <a:prstGeom prst="rect">
            <a:avLst/>
          </a:prstGeom>
          <a:noFill/>
          <a:ln>
            <a:noFill/>
          </a:ln>
        </p:spPr>
      </p:pic>
      <p:sp>
        <p:nvSpPr>
          <p:cNvPr id="649" name="Google Shape;649;p69"/>
          <p:cNvSpPr txBox="1"/>
          <p:nvPr/>
        </p:nvSpPr>
        <p:spPr>
          <a:xfrm>
            <a:off x="114698" y="132675"/>
            <a:ext cx="26211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4100">
                <a:solidFill>
                  <a:srgbClr val="11009C"/>
                </a:solidFill>
                <a:latin typeface="Poppins SemiBold"/>
                <a:ea typeface="Poppins SemiBold"/>
                <a:cs typeface="Poppins SemiBold"/>
                <a:sym typeface="Poppins SemiBold"/>
              </a:rPr>
              <a:t>USO:</a:t>
            </a:r>
            <a:endParaRPr sz="4200">
              <a:solidFill>
                <a:srgbClr val="11009C"/>
              </a:solidFill>
              <a:latin typeface="Poppins SemiBold"/>
              <a:ea typeface="Poppins SemiBold"/>
              <a:cs typeface="Poppins SemiBold"/>
              <a:sym typeface="Poppins SemiBold"/>
            </a:endParaRPr>
          </a:p>
        </p:txBody>
      </p:sp>
      <p:pic>
        <p:nvPicPr>
          <p:cNvPr id="650" name="Google Shape;650;p69"/>
          <p:cNvPicPr preferRelativeResize="0"/>
          <p:nvPr/>
        </p:nvPicPr>
        <p:blipFill rotWithShape="1">
          <a:blip r:embed="rId4">
            <a:alphaModFix/>
          </a:blip>
          <a:srcRect b="24307" l="18452" r="21639" t="19724"/>
          <a:stretch/>
        </p:blipFill>
        <p:spPr>
          <a:xfrm>
            <a:off x="4722564" y="532925"/>
            <a:ext cx="2020653" cy="1454655"/>
          </a:xfrm>
          <a:prstGeom prst="rect">
            <a:avLst/>
          </a:prstGeom>
          <a:noFill/>
          <a:ln>
            <a:noFill/>
          </a:ln>
        </p:spPr>
      </p:pic>
      <p:pic>
        <p:nvPicPr>
          <p:cNvPr id="651" name="Google Shape;651;p69"/>
          <p:cNvPicPr preferRelativeResize="0"/>
          <p:nvPr/>
        </p:nvPicPr>
        <p:blipFill>
          <a:blip r:embed="rId5">
            <a:alphaModFix/>
          </a:blip>
          <a:stretch>
            <a:fillRect/>
          </a:stretch>
        </p:blipFill>
        <p:spPr>
          <a:xfrm>
            <a:off x="6085340" y="1634829"/>
            <a:ext cx="3173359" cy="2974145"/>
          </a:xfrm>
          <a:prstGeom prst="rect">
            <a:avLst/>
          </a:prstGeom>
          <a:noFill/>
          <a:ln>
            <a:noFill/>
          </a:ln>
        </p:spPr>
      </p:pic>
      <p:sp>
        <p:nvSpPr>
          <p:cNvPr id="652" name="Google Shape;652;p69"/>
          <p:cNvSpPr/>
          <p:nvPr/>
        </p:nvSpPr>
        <p:spPr>
          <a:xfrm>
            <a:off x="6361494" y="1227781"/>
            <a:ext cx="1281818" cy="994821"/>
          </a:xfrm>
          <a:custGeom>
            <a:rect b="b" l="l" r="r" t="t"/>
            <a:pathLst>
              <a:path extrusionOk="0" h="45876" w="55406">
                <a:moveTo>
                  <a:pt x="0" y="0"/>
                </a:moveTo>
                <a:cubicBezTo>
                  <a:pt x="6176" y="2117"/>
                  <a:pt x="27822" y="5057"/>
                  <a:pt x="37056" y="12703"/>
                </a:cubicBezTo>
                <a:cubicBezTo>
                  <a:pt x="46290" y="20349"/>
                  <a:pt x="52348" y="40347"/>
                  <a:pt x="55406" y="45876"/>
                </a:cubicBezTo>
              </a:path>
            </a:pathLst>
          </a:custGeom>
          <a:noFill/>
          <a:ln cap="flat" cmpd="sng" w="38100">
            <a:solidFill>
              <a:srgbClr val="FF0000"/>
            </a:solidFill>
            <a:prstDash val="solid"/>
            <a:round/>
            <a:headEnd len="med" w="med" type="oval"/>
            <a:tailEnd len="med" w="med" type="oval"/>
          </a:ln>
        </p:spPr>
      </p:sp>
      <p:sp>
        <p:nvSpPr>
          <p:cNvPr id="653" name="Google Shape;653;p69"/>
          <p:cNvSpPr/>
          <p:nvPr/>
        </p:nvSpPr>
        <p:spPr>
          <a:xfrm>
            <a:off x="6157410" y="1309161"/>
            <a:ext cx="1387938" cy="2336819"/>
          </a:xfrm>
          <a:custGeom>
            <a:rect b="b" l="l" r="r" t="t"/>
            <a:pathLst>
              <a:path extrusionOk="0" h="107762" w="59993">
                <a:moveTo>
                  <a:pt x="0" y="0"/>
                </a:moveTo>
                <a:cubicBezTo>
                  <a:pt x="1235" y="12020"/>
                  <a:pt x="-2588" y="54159"/>
                  <a:pt x="7411" y="72119"/>
                </a:cubicBezTo>
                <a:cubicBezTo>
                  <a:pt x="17410" y="90079"/>
                  <a:pt x="51229" y="101822"/>
                  <a:pt x="59993" y="107762"/>
                </a:cubicBezTo>
              </a:path>
            </a:pathLst>
          </a:custGeom>
          <a:noFill/>
          <a:ln cap="flat" cmpd="sng" w="38100">
            <a:solidFill>
              <a:schemeClr val="accent1"/>
            </a:solidFill>
            <a:prstDash val="solid"/>
            <a:round/>
            <a:headEnd len="med" w="med" type="oval"/>
            <a:tailEnd len="med" w="med" type="oval"/>
          </a:ln>
        </p:spPr>
      </p:sp>
      <p:pic>
        <p:nvPicPr>
          <p:cNvPr id="654" name="Google Shape;654;p69"/>
          <p:cNvPicPr preferRelativeResize="0"/>
          <p:nvPr/>
        </p:nvPicPr>
        <p:blipFill>
          <a:blip r:embed="rId6">
            <a:alphaModFix/>
          </a:blip>
          <a:stretch>
            <a:fillRect/>
          </a:stretch>
        </p:blipFill>
        <p:spPr>
          <a:xfrm>
            <a:off x="513260" y="1327943"/>
            <a:ext cx="2376233" cy="850697"/>
          </a:xfrm>
          <a:prstGeom prst="rect">
            <a:avLst/>
          </a:prstGeom>
          <a:noFill/>
          <a:ln>
            <a:noFill/>
          </a:ln>
        </p:spPr>
      </p:pic>
      <p:pic>
        <p:nvPicPr>
          <p:cNvPr id="655" name="Google Shape;655;p69"/>
          <p:cNvPicPr preferRelativeResize="0"/>
          <p:nvPr/>
        </p:nvPicPr>
        <p:blipFill rotWithShape="1">
          <a:blip r:embed="rId7">
            <a:alphaModFix/>
          </a:blip>
          <a:srcRect b="0" l="31384" r="28702" t="0"/>
          <a:stretch/>
        </p:blipFill>
        <p:spPr>
          <a:xfrm rot="-5400000">
            <a:off x="3504033" y="1482555"/>
            <a:ext cx="1471329" cy="3933199"/>
          </a:xfrm>
          <a:prstGeom prst="rect">
            <a:avLst/>
          </a:prstGeom>
          <a:noFill/>
          <a:ln>
            <a:noFill/>
          </a:ln>
        </p:spPr>
      </p:pic>
      <p:sp>
        <p:nvSpPr>
          <p:cNvPr id="656" name="Google Shape;656;p69"/>
          <p:cNvSpPr/>
          <p:nvPr/>
        </p:nvSpPr>
        <p:spPr>
          <a:xfrm>
            <a:off x="3936590" y="1503230"/>
            <a:ext cx="1298128" cy="1530527"/>
          </a:xfrm>
          <a:custGeom>
            <a:rect b="b" l="l" r="r" t="t"/>
            <a:pathLst>
              <a:path extrusionOk="0" h="70580" w="56111">
                <a:moveTo>
                  <a:pt x="0" y="70580"/>
                </a:moveTo>
                <a:cubicBezTo>
                  <a:pt x="1471" y="63699"/>
                  <a:pt x="-529" y="41054"/>
                  <a:pt x="8823" y="29291"/>
                </a:cubicBezTo>
                <a:cubicBezTo>
                  <a:pt x="18175" y="17528"/>
                  <a:pt x="48230" y="4882"/>
                  <a:pt x="56111" y="0"/>
                </a:cubicBezTo>
              </a:path>
            </a:pathLst>
          </a:custGeom>
          <a:noFill/>
          <a:ln cap="flat" cmpd="sng" w="38100">
            <a:solidFill>
              <a:srgbClr val="FF0000"/>
            </a:solidFill>
            <a:prstDash val="solid"/>
            <a:round/>
            <a:headEnd len="med" w="med" type="oval"/>
            <a:tailEnd len="med" w="med" type="oval"/>
          </a:ln>
        </p:spPr>
      </p:sp>
      <p:sp>
        <p:nvSpPr>
          <p:cNvPr id="657" name="Google Shape;657;p69"/>
          <p:cNvSpPr/>
          <p:nvPr/>
        </p:nvSpPr>
        <p:spPr>
          <a:xfrm>
            <a:off x="3593689" y="1365495"/>
            <a:ext cx="1510392" cy="1675925"/>
          </a:xfrm>
          <a:custGeom>
            <a:rect b="b" l="l" r="r" t="t"/>
            <a:pathLst>
              <a:path extrusionOk="0" h="77285" w="65286">
                <a:moveTo>
                  <a:pt x="0" y="77285"/>
                </a:moveTo>
                <a:cubicBezTo>
                  <a:pt x="2353" y="68404"/>
                  <a:pt x="3235" y="36878"/>
                  <a:pt x="14116" y="23997"/>
                </a:cubicBezTo>
                <a:cubicBezTo>
                  <a:pt x="24997" y="11116"/>
                  <a:pt x="56758" y="4000"/>
                  <a:pt x="65286" y="0"/>
                </a:cubicBezTo>
              </a:path>
            </a:pathLst>
          </a:custGeom>
          <a:noFill/>
          <a:ln cap="flat" cmpd="sng" w="38100">
            <a:solidFill>
              <a:srgbClr val="000000"/>
            </a:solidFill>
            <a:prstDash val="solid"/>
            <a:round/>
            <a:headEnd len="med" w="med" type="oval"/>
            <a:tailEnd len="med" w="med" type="oval"/>
          </a:ln>
        </p:spPr>
      </p:sp>
      <p:sp>
        <p:nvSpPr>
          <p:cNvPr id="658" name="Google Shape;658;p69"/>
          <p:cNvSpPr/>
          <p:nvPr/>
        </p:nvSpPr>
        <p:spPr>
          <a:xfrm>
            <a:off x="3755726" y="1426708"/>
            <a:ext cx="1421831" cy="2548334"/>
          </a:xfrm>
          <a:custGeom>
            <a:rect b="b" l="l" r="r" t="t"/>
            <a:pathLst>
              <a:path extrusionOk="0" h="117516" w="61458">
                <a:moveTo>
                  <a:pt x="23345" y="117516"/>
                </a:moveTo>
                <a:cubicBezTo>
                  <a:pt x="19522" y="111811"/>
                  <a:pt x="2172" y="98518"/>
                  <a:pt x="407" y="83284"/>
                </a:cubicBezTo>
                <a:cubicBezTo>
                  <a:pt x="-1357" y="68051"/>
                  <a:pt x="2583" y="39996"/>
                  <a:pt x="12758" y="26115"/>
                </a:cubicBezTo>
                <a:cubicBezTo>
                  <a:pt x="22933" y="12234"/>
                  <a:pt x="53341" y="4353"/>
                  <a:pt x="61458" y="0"/>
                </a:cubicBezTo>
              </a:path>
            </a:pathLst>
          </a:custGeom>
          <a:noFill/>
          <a:ln cap="flat" cmpd="sng" w="38100">
            <a:solidFill>
              <a:srgbClr val="FF9900"/>
            </a:solidFill>
            <a:prstDash val="solid"/>
            <a:round/>
            <a:headEnd len="med" w="med" type="oval"/>
            <a:tailEnd len="med" w="med" type="oval"/>
          </a:ln>
        </p:spPr>
      </p:sp>
      <p:sp>
        <p:nvSpPr>
          <p:cNvPr id="659" name="Google Shape;659;p69"/>
          <p:cNvSpPr/>
          <p:nvPr/>
        </p:nvSpPr>
        <p:spPr>
          <a:xfrm rot="-5400000">
            <a:off x="1670209" y="2810014"/>
            <a:ext cx="711600" cy="914400"/>
          </a:xfrm>
          <a:prstGeom prst="bentArrow">
            <a:avLst>
              <a:gd fmla="val 25000" name="adj1"/>
              <a:gd fmla="val 25000" name="adj2"/>
              <a:gd fmla="val 25000" name="adj3"/>
              <a:gd fmla="val 43750" name="adj4"/>
            </a:avLst>
          </a:prstGeom>
          <a:solidFill>
            <a:srgbClr val="1100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69"/>
          <p:cNvSpPr txBox="1"/>
          <p:nvPr/>
        </p:nvSpPr>
        <p:spPr>
          <a:xfrm>
            <a:off x="1766231" y="3623014"/>
            <a:ext cx="8232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2200">
                <a:solidFill>
                  <a:srgbClr val="11009C"/>
                </a:solidFill>
                <a:latin typeface="Poppins SemiBold"/>
                <a:ea typeface="Poppins SemiBold"/>
                <a:cs typeface="Poppins SemiBold"/>
                <a:sym typeface="Poppins SemiBold"/>
              </a:rPr>
              <a:t>USB</a:t>
            </a:r>
            <a:endParaRPr sz="2300">
              <a:solidFill>
                <a:srgbClr val="11009C"/>
              </a:solidFill>
              <a:latin typeface="Poppins SemiBold"/>
              <a:ea typeface="Poppins SemiBold"/>
              <a:cs typeface="Poppins SemiBold"/>
              <a:sym typeface="Poppins SemiBold"/>
            </a:endParaRPr>
          </a:p>
        </p:txBody>
      </p:sp>
      <p:grpSp>
        <p:nvGrpSpPr>
          <p:cNvPr id="661" name="Google Shape;661;p69"/>
          <p:cNvGrpSpPr/>
          <p:nvPr/>
        </p:nvGrpSpPr>
        <p:grpSpPr>
          <a:xfrm>
            <a:off x="-126275" y="4746700"/>
            <a:ext cx="9270322" cy="401792"/>
            <a:chOff x="0" y="-29340"/>
            <a:chExt cx="2901600" cy="5177731"/>
          </a:xfrm>
        </p:grpSpPr>
        <p:pic>
          <p:nvPicPr>
            <p:cNvPr id="662" name="Google Shape;662;p69"/>
            <p:cNvPicPr preferRelativeResize="0"/>
            <p:nvPr/>
          </p:nvPicPr>
          <p:blipFill rotWithShape="1">
            <a:blip r:embed="rId8">
              <a:alphaModFix/>
            </a:blip>
            <a:srcRect b="68756" l="25893" r="0" t="0"/>
            <a:stretch/>
          </p:blipFill>
          <p:spPr>
            <a:xfrm rot="5400000">
              <a:off x="-1130296" y="1116585"/>
              <a:ext cx="5172836" cy="2890776"/>
            </a:xfrm>
            <a:prstGeom prst="rect">
              <a:avLst/>
            </a:prstGeom>
            <a:noFill/>
            <a:ln>
              <a:noFill/>
            </a:ln>
          </p:spPr>
        </p:pic>
        <p:sp>
          <p:nvSpPr>
            <p:cNvPr id="663" name="Google Shape;663;p69"/>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64" name="Google Shape;664;p69"/>
          <p:cNvSpPr txBox="1"/>
          <p:nvPr/>
        </p:nvSpPr>
        <p:spPr>
          <a:xfrm>
            <a:off x="229955" y="4839902"/>
            <a:ext cx="2763900" cy="21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40"/>
              <a:buFont typeface="Arial"/>
              <a:buNone/>
            </a:pPr>
            <a:r>
              <a:rPr b="0" i="0" lang="es" sz="800" u="none" cap="none" strike="noStrike">
                <a:solidFill>
                  <a:srgbClr val="FFFFFF"/>
                </a:solidFill>
                <a:latin typeface="Poppins"/>
                <a:ea typeface="Poppins"/>
                <a:cs typeface="Poppins"/>
                <a:sym typeface="Poppins"/>
              </a:rPr>
              <a:t>www.fundacionmustakis.org</a:t>
            </a:r>
            <a:endParaRPr b="0" i="0" sz="800" u="none" cap="none" strike="noStrike">
              <a:solidFill>
                <a:srgbClr val="FFFFFF"/>
              </a:solidFill>
              <a:latin typeface="Poppins"/>
              <a:ea typeface="Poppins"/>
              <a:cs typeface="Poppins"/>
              <a:sym typeface="Poppins"/>
            </a:endParaRPr>
          </a:p>
        </p:txBody>
      </p:sp>
      <p:pic>
        <p:nvPicPr>
          <p:cNvPr id="665" name="Google Shape;665;p69"/>
          <p:cNvPicPr preferRelativeResize="0"/>
          <p:nvPr/>
        </p:nvPicPr>
        <p:blipFill rotWithShape="1">
          <a:blip r:embed="rId9">
            <a:alphaModFix/>
          </a:blip>
          <a:srcRect b="21938" l="9222" r="8365" t="22367"/>
          <a:stretch/>
        </p:blipFill>
        <p:spPr>
          <a:xfrm>
            <a:off x="8256352" y="156884"/>
            <a:ext cx="677000" cy="30454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grpSp>
        <p:nvGrpSpPr>
          <p:cNvPr id="670" name="Google Shape;670;p70"/>
          <p:cNvGrpSpPr/>
          <p:nvPr/>
        </p:nvGrpSpPr>
        <p:grpSpPr>
          <a:xfrm>
            <a:off x="-10633" y="-29340"/>
            <a:ext cx="2901600" cy="5177731"/>
            <a:chOff x="0" y="-29340"/>
            <a:chExt cx="2901600" cy="5177731"/>
          </a:xfrm>
        </p:grpSpPr>
        <p:pic>
          <p:nvPicPr>
            <p:cNvPr id="671" name="Google Shape;671;p70"/>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672" name="Google Shape;672;p70"/>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73" name="Google Shape;673;p70"/>
          <p:cNvSpPr txBox="1"/>
          <p:nvPr/>
        </p:nvSpPr>
        <p:spPr>
          <a:xfrm rot="-903">
            <a:off x="297624" y="2359119"/>
            <a:ext cx="2285100" cy="400800"/>
          </a:xfrm>
          <a:prstGeom prst="rect">
            <a:avLst/>
          </a:prstGeom>
          <a:noFill/>
          <a:ln>
            <a:noFill/>
          </a:ln>
        </p:spPr>
        <p:txBody>
          <a:bodyPr anchorCtr="0" anchor="t" bIns="91425" lIns="91425" spcFirstLastPara="1" rIns="91425" wrap="square" tIns="91425">
            <a:noAutofit/>
          </a:bodyPr>
          <a:lstStyle/>
          <a:p>
            <a:pPr indent="0" lvl="0" marL="114300" marR="0" rtl="0" algn="ctr">
              <a:lnSpc>
                <a:spcPct val="100000"/>
              </a:lnSpc>
              <a:spcBef>
                <a:spcPts val="0"/>
              </a:spcBef>
              <a:spcAft>
                <a:spcPts val="0"/>
              </a:spcAft>
              <a:buNone/>
            </a:pPr>
            <a:r>
              <a:rPr b="1" lang="es" sz="1800">
                <a:solidFill>
                  <a:srgbClr val="FFFFFF"/>
                </a:solidFill>
                <a:latin typeface="Poppins SemiBold"/>
                <a:ea typeface="Poppins SemiBold"/>
                <a:cs typeface="Poppins SemiBold"/>
                <a:sym typeface="Poppins SemiBold"/>
              </a:rPr>
              <a:t>DESAFÍO</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674" name="Google Shape;674;p70"/>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sp>
        <p:nvSpPr>
          <p:cNvPr id="675" name="Google Shape;675;p70"/>
          <p:cNvSpPr txBox="1"/>
          <p:nvPr/>
        </p:nvSpPr>
        <p:spPr>
          <a:xfrm rot="-958">
            <a:off x="3323000" y="385974"/>
            <a:ext cx="5384100" cy="23736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11009C"/>
              </a:buClr>
              <a:buSzPts val="1800"/>
              <a:buChar char="●"/>
            </a:pPr>
            <a:r>
              <a:rPr b="1" lang="es" sz="1800">
                <a:solidFill>
                  <a:srgbClr val="11009C"/>
                </a:solidFill>
                <a:latin typeface="Poppins SemiBold"/>
                <a:ea typeface="Poppins SemiBold"/>
                <a:cs typeface="Poppins SemiBold"/>
                <a:sym typeface="Poppins SemiBold"/>
              </a:rPr>
              <a:t>Escucha Plantas: </a:t>
            </a:r>
            <a:r>
              <a:rPr lang="es" sz="1800">
                <a:solidFill>
                  <a:srgbClr val="11009C"/>
                </a:solidFill>
                <a:latin typeface="Poppins"/>
                <a:ea typeface="Poppins"/>
                <a:cs typeface="Poppins"/>
                <a:sym typeface="Poppins"/>
              </a:rPr>
              <a:t>Prueben el programa con distintos materiales orgánicos, frutas plantas y haciendo una cadena humana</a:t>
            </a:r>
            <a:endParaRPr sz="1800">
              <a:solidFill>
                <a:srgbClr val="11009C"/>
              </a:solidFill>
              <a:latin typeface="Poppins"/>
              <a:ea typeface="Poppins"/>
              <a:cs typeface="Poppins"/>
              <a:sym typeface="Poppins"/>
            </a:endParaRPr>
          </a:p>
          <a:p>
            <a:pPr indent="0" lvl="0" marL="457200" marR="0" rtl="0" algn="just">
              <a:lnSpc>
                <a:spcPct val="100000"/>
              </a:lnSpc>
              <a:spcBef>
                <a:spcPts val="0"/>
              </a:spcBef>
              <a:spcAft>
                <a:spcPts val="0"/>
              </a:spcAft>
              <a:buNone/>
            </a:pPr>
            <a:r>
              <a:t/>
            </a:r>
            <a:endParaRPr sz="1800">
              <a:solidFill>
                <a:srgbClr val="11009C"/>
              </a:solidFill>
              <a:latin typeface="Poppins"/>
              <a:ea typeface="Poppins"/>
              <a:cs typeface="Poppins"/>
              <a:sym typeface="Poppins"/>
            </a:endParaRPr>
          </a:p>
          <a:p>
            <a:pPr indent="0" lvl="0" marL="0" marR="0" rtl="0" algn="ctr">
              <a:lnSpc>
                <a:spcPct val="100000"/>
              </a:lnSpc>
              <a:spcBef>
                <a:spcPts val="0"/>
              </a:spcBef>
              <a:spcAft>
                <a:spcPts val="0"/>
              </a:spcAft>
              <a:buNone/>
            </a:pPr>
            <a:r>
              <a:rPr i="1" lang="es" sz="1800">
                <a:solidFill>
                  <a:srgbClr val="11009C"/>
                </a:solidFill>
                <a:latin typeface="Poppins"/>
                <a:ea typeface="Poppins"/>
                <a:cs typeface="Poppins"/>
                <a:sym typeface="Poppins"/>
              </a:rPr>
              <a:t>¿cómo crees que suena una planta? </a:t>
            </a:r>
            <a:endParaRPr i="1" sz="1800">
              <a:solidFill>
                <a:srgbClr val="11009C"/>
              </a:solidFill>
              <a:latin typeface="Poppins"/>
              <a:ea typeface="Poppins"/>
              <a:cs typeface="Poppins"/>
              <a:sym typeface="Poppins"/>
            </a:endParaRPr>
          </a:p>
          <a:p>
            <a:pPr indent="0" lvl="0" marL="0" marR="0" rtl="0" algn="ctr">
              <a:lnSpc>
                <a:spcPct val="100000"/>
              </a:lnSpc>
              <a:spcBef>
                <a:spcPts val="0"/>
              </a:spcBef>
              <a:spcAft>
                <a:spcPts val="0"/>
              </a:spcAft>
              <a:buNone/>
            </a:pPr>
            <a:r>
              <a:rPr i="1" lang="es" sz="1800">
                <a:solidFill>
                  <a:srgbClr val="11009C"/>
                </a:solidFill>
                <a:latin typeface="Poppins"/>
                <a:ea typeface="Poppins"/>
                <a:cs typeface="Poppins"/>
                <a:sym typeface="Poppins"/>
              </a:rPr>
              <a:t>¿un plátano?</a:t>
            </a:r>
            <a:endParaRPr i="1" sz="1800">
              <a:solidFill>
                <a:srgbClr val="11009C"/>
              </a:solidFill>
              <a:latin typeface="Poppins"/>
              <a:ea typeface="Poppins"/>
              <a:cs typeface="Poppins"/>
              <a:sym typeface="Poppins"/>
            </a:endParaRPr>
          </a:p>
          <a:p>
            <a:pPr indent="0" lvl="0" marL="0" marR="0" rtl="0" algn="ctr">
              <a:lnSpc>
                <a:spcPct val="100000"/>
              </a:lnSpc>
              <a:spcBef>
                <a:spcPts val="0"/>
              </a:spcBef>
              <a:spcAft>
                <a:spcPts val="0"/>
              </a:spcAft>
              <a:buNone/>
            </a:pPr>
            <a:r>
              <a:rPr i="1" lang="es" sz="1800">
                <a:solidFill>
                  <a:srgbClr val="11009C"/>
                </a:solidFill>
                <a:latin typeface="Poppins"/>
                <a:ea typeface="Poppins"/>
                <a:cs typeface="Poppins"/>
                <a:sym typeface="Poppins"/>
              </a:rPr>
              <a:t>¿cómo crees que suenas tu?</a:t>
            </a:r>
            <a:endParaRPr i="1" sz="1800">
              <a:solidFill>
                <a:srgbClr val="11009C"/>
              </a:solidFill>
              <a:latin typeface="Poppins"/>
              <a:ea typeface="Poppins"/>
              <a:cs typeface="Poppins"/>
              <a:sym typeface="Poppins"/>
            </a:endParaRPr>
          </a:p>
          <a:p>
            <a:pPr indent="0" lvl="0" marL="0" marR="0" rtl="0" algn="ctr">
              <a:lnSpc>
                <a:spcPct val="100000"/>
              </a:lnSpc>
              <a:spcBef>
                <a:spcPts val="0"/>
              </a:spcBef>
              <a:spcAft>
                <a:spcPts val="0"/>
              </a:spcAft>
              <a:buNone/>
            </a:pPr>
            <a:r>
              <a:rPr i="1" lang="es" sz="1800">
                <a:solidFill>
                  <a:srgbClr val="11009C"/>
                </a:solidFill>
                <a:latin typeface="Poppins"/>
                <a:ea typeface="Poppins"/>
                <a:cs typeface="Poppins"/>
                <a:sym typeface="Poppins"/>
              </a:rPr>
              <a:t>¿cómo suena cada cosa en la realidad?</a:t>
            </a:r>
            <a:endParaRPr i="1"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b="1"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11009C"/>
              </a:solidFill>
            </a:endParaRPr>
          </a:p>
        </p:txBody>
      </p:sp>
      <p:pic>
        <p:nvPicPr>
          <p:cNvPr id="676" name="Google Shape;676;p70"/>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sp>
        <p:nvSpPr>
          <p:cNvPr id="677" name="Google Shape;677;p70"/>
          <p:cNvSpPr txBox="1"/>
          <p:nvPr/>
        </p:nvSpPr>
        <p:spPr>
          <a:xfrm>
            <a:off x="3323000" y="2891125"/>
            <a:ext cx="5384100" cy="15699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Clr>
                <a:srgbClr val="11009C"/>
              </a:buClr>
              <a:buSzPts val="1800"/>
              <a:buFont typeface="Poppins"/>
              <a:buChar char="●"/>
            </a:pPr>
            <a:r>
              <a:rPr b="1" lang="es" sz="1800">
                <a:solidFill>
                  <a:srgbClr val="11009C"/>
                </a:solidFill>
                <a:latin typeface="Poppins"/>
                <a:ea typeface="Poppins"/>
                <a:cs typeface="Poppins"/>
                <a:sym typeface="Poppins"/>
              </a:rPr>
              <a:t>Modifica:</a:t>
            </a:r>
            <a:r>
              <a:rPr lang="es" sz="1800">
                <a:solidFill>
                  <a:srgbClr val="11009C"/>
                </a:solidFill>
                <a:latin typeface="Poppins"/>
                <a:ea typeface="Poppins"/>
                <a:cs typeface="Poppins"/>
                <a:sym typeface="Poppins"/>
              </a:rPr>
              <a:t> Modifica el sonido del sintetizador para que se adecue a cada objeto que vas a escuchar</a:t>
            </a:r>
            <a:endParaRPr sz="1800">
              <a:solidFill>
                <a:srgbClr val="11009C"/>
              </a:solidFill>
              <a:latin typeface="Poppins"/>
              <a:ea typeface="Poppins"/>
              <a:cs typeface="Poppins"/>
              <a:sym typeface="Poppins"/>
            </a:endParaRPr>
          </a:p>
          <a:p>
            <a:pPr indent="0" lvl="0" marL="0" rtl="0" algn="just">
              <a:spcBef>
                <a:spcPts val="0"/>
              </a:spcBef>
              <a:spcAft>
                <a:spcPts val="0"/>
              </a:spcAft>
              <a:buNone/>
            </a:pPr>
            <a:r>
              <a:t/>
            </a:r>
            <a:endParaRPr sz="1800">
              <a:solidFill>
                <a:srgbClr val="11009C"/>
              </a:solidFill>
              <a:latin typeface="Poppins"/>
              <a:ea typeface="Poppins"/>
              <a:cs typeface="Poppins"/>
              <a:sym typeface="Poppins"/>
            </a:endParaRPr>
          </a:p>
          <a:p>
            <a:pPr indent="457200" lvl="0" marL="1371600" rtl="0" algn="just">
              <a:spcBef>
                <a:spcPts val="0"/>
              </a:spcBef>
              <a:spcAft>
                <a:spcPts val="0"/>
              </a:spcAft>
              <a:buNone/>
            </a:pPr>
            <a:r>
              <a:rPr lang="es" sz="1800">
                <a:solidFill>
                  <a:srgbClr val="11009C"/>
                </a:solidFill>
                <a:latin typeface="Poppins"/>
                <a:ea typeface="Poppins"/>
                <a:cs typeface="Poppins"/>
                <a:sym typeface="Poppins"/>
              </a:rPr>
              <a:t>¡</a:t>
            </a:r>
            <a:r>
              <a:rPr lang="es" sz="1800">
                <a:solidFill>
                  <a:srgbClr val="11009C"/>
                </a:solidFill>
                <a:latin typeface="Poppins"/>
                <a:ea typeface="Poppins"/>
                <a:cs typeface="Poppins"/>
                <a:sym typeface="Poppins"/>
              </a:rPr>
              <a:t>Experimenta</a:t>
            </a:r>
            <a:r>
              <a:rPr lang="es" sz="1800">
                <a:solidFill>
                  <a:srgbClr val="11009C"/>
                </a:solidFill>
                <a:latin typeface="Poppins"/>
                <a:ea typeface="Poppins"/>
                <a:cs typeface="Poppins"/>
                <a:sym typeface="Poppins"/>
              </a:rPr>
              <a:t>!</a:t>
            </a:r>
            <a:endParaRPr sz="1800">
              <a:solidFill>
                <a:srgbClr val="11009C"/>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grpSp>
        <p:nvGrpSpPr>
          <p:cNvPr id="682" name="Google Shape;682;p71"/>
          <p:cNvGrpSpPr/>
          <p:nvPr/>
        </p:nvGrpSpPr>
        <p:grpSpPr>
          <a:xfrm>
            <a:off x="-10633" y="-29340"/>
            <a:ext cx="2901600" cy="5177731"/>
            <a:chOff x="0" y="-29340"/>
            <a:chExt cx="2901600" cy="5177731"/>
          </a:xfrm>
        </p:grpSpPr>
        <p:pic>
          <p:nvPicPr>
            <p:cNvPr id="683" name="Google Shape;683;p71"/>
            <p:cNvPicPr preferRelativeResize="0"/>
            <p:nvPr/>
          </p:nvPicPr>
          <p:blipFill rotWithShape="1">
            <a:blip r:embed="rId3">
              <a:alphaModFix/>
            </a:blip>
            <a:srcRect b="68756" l="25893" r="0" t="0"/>
            <a:stretch/>
          </p:blipFill>
          <p:spPr>
            <a:xfrm rot="5400000">
              <a:off x="-1130296" y="1116585"/>
              <a:ext cx="5172836" cy="2890776"/>
            </a:xfrm>
            <a:prstGeom prst="rect">
              <a:avLst/>
            </a:prstGeom>
            <a:noFill/>
            <a:ln>
              <a:noFill/>
            </a:ln>
          </p:spPr>
        </p:pic>
        <p:sp>
          <p:nvSpPr>
            <p:cNvPr id="684" name="Google Shape;684;p71"/>
            <p:cNvSpPr/>
            <p:nvPr/>
          </p:nvSpPr>
          <p:spPr>
            <a:xfrm>
              <a:off x="0" y="-29340"/>
              <a:ext cx="2901600" cy="5172900"/>
            </a:xfrm>
            <a:prstGeom prst="rect">
              <a:avLst/>
            </a:prstGeom>
            <a:solidFill>
              <a:srgbClr val="000000">
                <a:alpha val="333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sp>
        <p:nvSpPr>
          <p:cNvPr id="685" name="Google Shape;685;p71"/>
          <p:cNvSpPr txBox="1"/>
          <p:nvPr/>
        </p:nvSpPr>
        <p:spPr>
          <a:xfrm rot="-903">
            <a:off x="297624" y="2359119"/>
            <a:ext cx="2285100" cy="400800"/>
          </a:xfrm>
          <a:prstGeom prst="rect">
            <a:avLst/>
          </a:prstGeom>
          <a:noFill/>
          <a:ln>
            <a:noFill/>
          </a:ln>
        </p:spPr>
        <p:txBody>
          <a:bodyPr anchorCtr="0" anchor="t" bIns="91425" lIns="91425" spcFirstLastPara="1" rIns="91425" wrap="square" tIns="91425">
            <a:noAutofit/>
          </a:bodyPr>
          <a:lstStyle/>
          <a:p>
            <a:pPr indent="0" lvl="0" marL="114300" marR="0" rtl="0" algn="ctr">
              <a:lnSpc>
                <a:spcPct val="100000"/>
              </a:lnSpc>
              <a:spcBef>
                <a:spcPts val="0"/>
              </a:spcBef>
              <a:spcAft>
                <a:spcPts val="0"/>
              </a:spcAft>
              <a:buNone/>
            </a:pPr>
            <a:r>
              <a:rPr b="1" lang="es" sz="1800">
                <a:solidFill>
                  <a:srgbClr val="FFFFFF"/>
                </a:solidFill>
                <a:latin typeface="Poppins SemiBold"/>
                <a:ea typeface="Poppins SemiBold"/>
                <a:cs typeface="Poppins SemiBold"/>
                <a:sym typeface="Poppins SemiBold"/>
              </a:rPr>
              <a:t>DESAFÍO</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686" name="Google Shape;686;p71"/>
          <p:cNvPicPr preferRelativeResize="0"/>
          <p:nvPr/>
        </p:nvPicPr>
        <p:blipFill rotWithShape="1">
          <a:blip r:embed="rId4">
            <a:alphaModFix/>
          </a:blip>
          <a:srcRect b="0" l="0" r="0" t="0"/>
          <a:stretch/>
        </p:blipFill>
        <p:spPr>
          <a:xfrm>
            <a:off x="119398" y="114505"/>
            <a:ext cx="548700" cy="388993"/>
          </a:xfrm>
          <a:prstGeom prst="rect">
            <a:avLst/>
          </a:prstGeom>
          <a:noFill/>
          <a:ln>
            <a:noFill/>
          </a:ln>
        </p:spPr>
      </p:pic>
      <p:sp>
        <p:nvSpPr>
          <p:cNvPr id="687" name="Google Shape;687;p71"/>
          <p:cNvSpPr txBox="1"/>
          <p:nvPr/>
        </p:nvSpPr>
        <p:spPr>
          <a:xfrm rot="-958">
            <a:off x="3300975" y="1322149"/>
            <a:ext cx="5384100" cy="23736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rgbClr val="11009C"/>
              </a:buClr>
              <a:buSzPts val="1800"/>
              <a:buFont typeface="Poppins SemiBold"/>
              <a:buChar char="●"/>
            </a:pPr>
            <a:r>
              <a:rPr b="1" lang="es" sz="1800">
                <a:solidFill>
                  <a:srgbClr val="11009C"/>
                </a:solidFill>
                <a:latin typeface="Poppins SemiBold"/>
                <a:ea typeface="Poppins SemiBold"/>
                <a:cs typeface="Poppins SemiBold"/>
                <a:sym typeface="Poppins SemiBold"/>
              </a:rPr>
              <a:t>Escucha Plantas 2: </a:t>
            </a:r>
            <a:r>
              <a:rPr lang="es" sz="1800">
                <a:solidFill>
                  <a:srgbClr val="11009C"/>
                </a:solidFill>
                <a:latin typeface="Poppins"/>
                <a:ea typeface="Poppins"/>
                <a:cs typeface="Poppins"/>
                <a:sym typeface="Poppins"/>
              </a:rPr>
              <a:t>Modifica el código para obtener distintos comportamientos, leelo para entender cómo funciona y analiza cuáles variables pueden cambiar su comportamiento.</a:t>
            </a:r>
            <a:endParaRPr i="1"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None/>
            </a:pPr>
            <a:r>
              <a:t/>
            </a:r>
            <a:endParaRPr b="1" sz="1800">
              <a:solidFill>
                <a:srgbClr val="11009C"/>
              </a:solidFill>
              <a:latin typeface="Poppins"/>
              <a:ea typeface="Poppins"/>
              <a:cs typeface="Poppins"/>
              <a:sym typeface="Poppins"/>
            </a:endParaRPr>
          </a:p>
          <a:p>
            <a:pPr indent="0" lvl="0" marL="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11009C"/>
              </a:solidFill>
            </a:endParaRPr>
          </a:p>
        </p:txBody>
      </p:sp>
      <p:pic>
        <p:nvPicPr>
          <p:cNvPr id="688" name="Google Shape;688;p71"/>
          <p:cNvPicPr preferRelativeResize="0"/>
          <p:nvPr/>
        </p:nvPicPr>
        <p:blipFill rotWithShape="1">
          <a:blip r:embed="rId5">
            <a:alphaModFix/>
          </a:blip>
          <a:srcRect b="0" l="0" r="0" t="0"/>
          <a:stretch/>
        </p:blipFill>
        <p:spPr>
          <a:xfrm>
            <a:off x="220128" y="3335674"/>
            <a:ext cx="1365667" cy="1534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descr="UACH-01-01" id="693" name="Google Shape;693;p72"/>
          <p:cNvPicPr preferRelativeResize="0"/>
          <p:nvPr/>
        </p:nvPicPr>
        <p:blipFill>
          <a:blip r:embed="rId3">
            <a:alphaModFix/>
          </a:blip>
          <a:stretch>
            <a:fillRect/>
          </a:stretch>
        </p:blipFill>
        <p:spPr>
          <a:xfrm>
            <a:off x="6857975" y="2847163"/>
            <a:ext cx="1476375" cy="723900"/>
          </a:xfrm>
          <a:prstGeom prst="rect">
            <a:avLst/>
          </a:prstGeom>
          <a:noFill/>
          <a:ln>
            <a:noFill/>
          </a:ln>
        </p:spPr>
      </p:pic>
      <p:pic>
        <p:nvPicPr>
          <p:cNvPr descr="UTFSM-01" id="694" name="Google Shape;694;p72"/>
          <p:cNvPicPr preferRelativeResize="0"/>
          <p:nvPr/>
        </p:nvPicPr>
        <p:blipFill>
          <a:blip r:embed="rId4">
            <a:alphaModFix/>
          </a:blip>
          <a:stretch>
            <a:fillRect/>
          </a:stretch>
        </p:blipFill>
        <p:spPr>
          <a:xfrm>
            <a:off x="759925" y="2877075"/>
            <a:ext cx="1303350" cy="683135"/>
          </a:xfrm>
          <a:prstGeom prst="rect">
            <a:avLst/>
          </a:prstGeom>
          <a:noFill/>
          <a:ln>
            <a:noFill/>
          </a:ln>
        </p:spPr>
      </p:pic>
      <p:pic>
        <p:nvPicPr>
          <p:cNvPr id="695" name="Google Shape;695;p72"/>
          <p:cNvPicPr preferRelativeResize="0"/>
          <p:nvPr/>
        </p:nvPicPr>
        <p:blipFill>
          <a:blip r:embed="rId5">
            <a:alphaModFix/>
          </a:blip>
          <a:stretch>
            <a:fillRect/>
          </a:stretch>
        </p:blipFill>
        <p:spPr>
          <a:xfrm>
            <a:off x="5822801" y="2845825"/>
            <a:ext cx="838115" cy="704851"/>
          </a:xfrm>
          <a:prstGeom prst="rect">
            <a:avLst/>
          </a:prstGeom>
          <a:noFill/>
          <a:ln>
            <a:noFill/>
          </a:ln>
        </p:spPr>
      </p:pic>
      <p:sp>
        <p:nvSpPr>
          <p:cNvPr id="696" name="Google Shape;696;p72"/>
          <p:cNvSpPr txBox="1"/>
          <p:nvPr/>
        </p:nvSpPr>
        <p:spPr>
          <a:xfrm>
            <a:off x="759925" y="1234250"/>
            <a:ext cx="7574400" cy="12513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lang="es" sz="1500">
                <a:solidFill>
                  <a:srgbClr val="000000"/>
                </a:solidFill>
                <a:latin typeface="Proxima Nova"/>
                <a:ea typeface="Proxima Nova"/>
                <a:cs typeface="Proxima Nova"/>
                <a:sym typeface="Proxima Nova"/>
              </a:rPr>
              <a:t>Clubes de Ciencia y Tecnología - Plan de nivelación</a:t>
            </a:r>
            <a:endParaRPr b="1" sz="1500">
              <a:solidFill>
                <a:srgbClr val="000000"/>
              </a:solidFill>
              <a:latin typeface="Proxima Nova"/>
              <a:ea typeface="Proxima Nova"/>
              <a:cs typeface="Proxima Nova"/>
              <a:sym typeface="Proxima Nova"/>
            </a:endParaRPr>
          </a:p>
          <a:p>
            <a:pPr indent="0" lvl="0" marL="0" marR="0" rtl="0" algn="ctr">
              <a:lnSpc>
                <a:spcPct val="115000"/>
              </a:lnSpc>
              <a:spcBef>
                <a:spcPts val="1000"/>
              </a:spcBef>
              <a:spcAft>
                <a:spcPts val="0"/>
              </a:spcAft>
              <a:buClr>
                <a:srgbClr val="000000"/>
              </a:buClr>
              <a:buSzPts val="1000"/>
              <a:buFont typeface="Arial"/>
              <a:buNone/>
            </a:pPr>
            <a:r>
              <a:rPr lang="es" sz="1200">
                <a:solidFill>
                  <a:srgbClr val="000000"/>
                </a:solidFill>
                <a:latin typeface="Proxima Nova"/>
                <a:ea typeface="Proxima Nova"/>
                <a:cs typeface="Proxima Nova"/>
                <a:sym typeface="Proxima Nova"/>
              </a:rPr>
              <a:t>Estos materiales han sido elaborados por Benjamín Espinoza y Gaspar Fábrega para el Programa de Ciencia y Tecnología de Fundación Gabriel &amp; Mary Mustakis. Se permite su uso bajo licencia Creative Commons (CC) por las Universidades Socias del Programa de Ciencia y Tecnología de Fundación Gabriel &amp; Mary Mustakis.</a:t>
            </a:r>
            <a:endParaRPr sz="1200">
              <a:solidFill>
                <a:srgbClr val="000000"/>
              </a:solidFill>
              <a:latin typeface="Proxima Nova"/>
              <a:ea typeface="Proxima Nova"/>
              <a:cs typeface="Proxima Nova"/>
              <a:sym typeface="Proxima Nova"/>
            </a:endParaRPr>
          </a:p>
          <a:p>
            <a:pPr indent="0" lvl="0" marL="0" rtl="0" algn="ctr">
              <a:lnSpc>
                <a:spcPct val="115000"/>
              </a:lnSpc>
              <a:spcBef>
                <a:spcPts val="1000"/>
              </a:spcBef>
              <a:spcAft>
                <a:spcPts val="0"/>
              </a:spcAft>
              <a:buClr>
                <a:srgbClr val="000000"/>
              </a:buClr>
              <a:buSzPts val="1000"/>
              <a:buFont typeface="Arial"/>
              <a:buNone/>
            </a:pPr>
            <a:r>
              <a:rPr b="1" lang="es" sz="1200">
                <a:solidFill>
                  <a:srgbClr val="000000"/>
                </a:solidFill>
                <a:latin typeface="Proxima Nova"/>
                <a:ea typeface="Proxima Nova"/>
                <a:cs typeface="Proxima Nova"/>
                <a:sym typeface="Proxima Nova"/>
              </a:rPr>
              <a:t>Versión 2 - Abril 2024</a:t>
            </a:r>
            <a:endParaRPr b="1" sz="1200">
              <a:solidFill>
                <a:srgbClr val="000000"/>
              </a:solidFill>
              <a:latin typeface="Proxima Nova"/>
              <a:ea typeface="Proxima Nova"/>
              <a:cs typeface="Proxima Nova"/>
              <a:sym typeface="Proxima Nova"/>
            </a:endParaRPr>
          </a:p>
        </p:txBody>
      </p:sp>
      <p:sp>
        <p:nvSpPr>
          <p:cNvPr id="697" name="Google Shape;697;p72"/>
          <p:cNvSpPr txBox="1"/>
          <p:nvPr/>
        </p:nvSpPr>
        <p:spPr>
          <a:xfrm>
            <a:off x="2903400" y="4650625"/>
            <a:ext cx="33372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000000"/>
                </a:solidFill>
                <a:latin typeface="Proxima Nova"/>
                <a:ea typeface="Proxima Nova"/>
                <a:cs typeface="Proxima Nova"/>
                <a:sym typeface="Proxima Nova"/>
              </a:rPr>
              <a:t>Publicado Bajo Licencia Creative Commons</a:t>
            </a:r>
            <a:endParaRPr b="1" i="0" sz="900" u="none" cap="none" strike="noStrike">
              <a:solidFill>
                <a:srgbClr val="000000"/>
              </a:solidFill>
              <a:latin typeface="Proxima Nova"/>
              <a:ea typeface="Proxima Nova"/>
              <a:cs typeface="Proxima Nova"/>
              <a:sym typeface="Proxima Nova"/>
            </a:endParaRPr>
          </a:p>
          <a:p>
            <a:pPr indent="0" lvl="0" marL="0" marR="0" rtl="0" algn="ctr">
              <a:lnSpc>
                <a:spcPct val="115000"/>
              </a:lnSpc>
              <a:spcBef>
                <a:spcPts val="0"/>
              </a:spcBef>
              <a:spcAft>
                <a:spcPts val="0"/>
              </a:spcAft>
              <a:buClr>
                <a:srgbClr val="000000"/>
              </a:buClr>
              <a:buSzPts val="900"/>
              <a:buFont typeface="Arial"/>
              <a:buNone/>
            </a:pPr>
            <a:r>
              <a:rPr i="0" lang="es" sz="900" u="none" cap="none" strike="noStrike">
                <a:solidFill>
                  <a:srgbClr val="000000"/>
                </a:solidFill>
                <a:latin typeface="Proxima Nova"/>
                <a:ea typeface="Proxima Nova"/>
                <a:cs typeface="Proxima Nova"/>
                <a:sym typeface="Proxima Nova"/>
              </a:rPr>
              <a:t>Atribución-NoComercial-CompartirIgual (CC BY-NC-SA)</a:t>
            </a:r>
            <a:endParaRPr i="0" sz="900" u="none" cap="none" strike="noStrike">
              <a:solidFill>
                <a:srgbClr val="000000"/>
              </a:solidFill>
              <a:latin typeface="Proxima Nova"/>
              <a:ea typeface="Proxima Nova"/>
              <a:cs typeface="Proxima Nova"/>
              <a:sym typeface="Proxima Nova"/>
            </a:endParaRPr>
          </a:p>
        </p:txBody>
      </p:sp>
      <p:pic>
        <p:nvPicPr>
          <p:cNvPr id="698" name="Google Shape;698;p72"/>
          <p:cNvPicPr preferRelativeResize="0"/>
          <p:nvPr/>
        </p:nvPicPr>
        <p:blipFill rotWithShape="1">
          <a:blip r:embed="rId6">
            <a:alphaModFix/>
          </a:blip>
          <a:srcRect b="0" l="0" r="0" t="0"/>
          <a:stretch/>
        </p:blipFill>
        <p:spPr>
          <a:xfrm>
            <a:off x="4336213" y="3910275"/>
            <a:ext cx="471505" cy="471505"/>
          </a:xfrm>
          <a:prstGeom prst="rect">
            <a:avLst/>
          </a:prstGeom>
          <a:noFill/>
          <a:ln>
            <a:noFill/>
          </a:ln>
        </p:spPr>
      </p:pic>
      <p:pic>
        <p:nvPicPr>
          <p:cNvPr id="699" name="Google Shape;699;p72"/>
          <p:cNvPicPr preferRelativeResize="0"/>
          <p:nvPr/>
        </p:nvPicPr>
        <p:blipFill rotWithShape="1">
          <a:blip r:embed="rId7">
            <a:alphaModFix/>
          </a:blip>
          <a:srcRect b="0" l="0" r="0" t="0"/>
          <a:stretch/>
        </p:blipFill>
        <p:spPr>
          <a:xfrm>
            <a:off x="4135386" y="4411750"/>
            <a:ext cx="873238" cy="291096"/>
          </a:xfrm>
          <a:prstGeom prst="rect">
            <a:avLst/>
          </a:prstGeom>
          <a:noFill/>
          <a:ln>
            <a:noFill/>
          </a:ln>
        </p:spPr>
      </p:pic>
      <p:pic>
        <p:nvPicPr>
          <p:cNvPr id="700" name="Google Shape;700;p72"/>
          <p:cNvPicPr preferRelativeResize="0"/>
          <p:nvPr/>
        </p:nvPicPr>
        <p:blipFill>
          <a:blip r:embed="rId8">
            <a:alphaModFix/>
          </a:blip>
          <a:stretch>
            <a:fillRect/>
          </a:stretch>
        </p:blipFill>
        <p:spPr>
          <a:xfrm>
            <a:off x="2731486" y="3949"/>
            <a:ext cx="3680762" cy="1132713"/>
          </a:xfrm>
          <a:prstGeom prst="rect">
            <a:avLst/>
          </a:prstGeom>
          <a:noFill/>
          <a:ln>
            <a:noFill/>
          </a:ln>
        </p:spPr>
      </p:pic>
      <p:grpSp>
        <p:nvGrpSpPr>
          <p:cNvPr id="701" name="Google Shape;701;p72"/>
          <p:cNvGrpSpPr/>
          <p:nvPr/>
        </p:nvGrpSpPr>
        <p:grpSpPr>
          <a:xfrm>
            <a:off x="1401723" y="2909269"/>
            <a:ext cx="6290455" cy="732213"/>
            <a:chOff x="1013333" y="3795825"/>
            <a:chExt cx="8388391" cy="976283"/>
          </a:xfrm>
        </p:grpSpPr>
        <p:pic>
          <p:nvPicPr>
            <p:cNvPr descr="https://lh5.googleusercontent.com/wP2h_lc6--vyMzu5qXgRG-Bbe6w1LN7Ph5RgxIP2Ngd_pFZFcUDkC-cp09ZNvc-Xm3iTwoQ8go_elSTWCw68Lrn_HKTBlb9E-8CWQqnHg6t8L9JidsYDttMUJ7XHVUWj9hjtPLtPZtU" id="702" name="Google Shape;702;p72"/>
            <p:cNvPicPr preferRelativeResize="0"/>
            <p:nvPr/>
          </p:nvPicPr>
          <p:blipFill rotWithShape="1">
            <a:blip r:embed="rId9">
              <a:alphaModFix/>
            </a:blip>
            <a:srcRect b="0" l="5141" r="0" t="3428"/>
            <a:stretch/>
          </p:blipFill>
          <p:spPr>
            <a:xfrm>
              <a:off x="4796200" y="3836108"/>
              <a:ext cx="921960" cy="936000"/>
            </a:xfrm>
            <a:prstGeom prst="rect">
              <a:avLst/>
            </a:prstGeom>
            <a:noFill/>
            <a:ln>
              <a:noFill/>
            </a:ln>
          </p:spPr>
        </p:pic>
        <p:pic>
          <p:nvPicPr>
            <p:cNvPr descr="UTFSM-01" id="703" name="Google Shape;703;p72"/>
            <p:cNvPicPr preferRelativeResize="0"/>
            <p:nvPr/>
          </p:nvPicPr>
          <p:blipFill>
            <a:blip r:embed="rId4">
              <a:alphaModFix/>
            </a:blip>
            <a:stretch>
              <a:fillRect/>
            </a:stretch>
          </p:blipFill>
          <p:spPr>
            <a:xfrm>
              <a:off x="1013333" y="3836100"/>
              <a:ext cx="1806480" cy="936000"/>
            </a:xfrm>
            <a:prstGeom prst="rect">
              <a:avLst/>
            </a:prstGeom>
            <a:noFill/>
            <a:ln>
              <a:noFill/>
            </a:ln>
          </p:spPr>
        </p:pic>
        <p:pic>
          <p:nvPicPr>
            <p:cNvPr id="704" name="Google Shape;704;p72"/>
            <p:cNvPicPr preferRelativeResize="0"/>
            <p:nvPr/>
          </p:nvPicPr>
          <p:blipFill>
            <a:blip r:embed="rId10">
              <a:alphaModFix/>
            </a:blip>
            <a:stretch>
              <a:fillRect/>
            </a:stretch>
          </p:blipFill>
          <p:spPr>
            <a:xfrm>
              <a:off x="3228251" y="3795833"/>
              <a:ext cx="1159522" cy="936000"/>
            </a:xfrm>
            <a:prstGeom prst="rect">
              <a:avLst/>
            </a:prstGeom>
            <a:noFill/>
            <a:ln>
              <a:noFill/>
            </a:ln>
          </p:spPr>
        </p:pic>
        <p:pic>
          <p:nvPicPr>
            <p:cNvPr id="705" name="Google Shape;705;p72"/>
            <p:cNvPicPr preferRelativeResize="0"/>
            <p:nvPr/>
          </p:nvPicPr>
          <p:blipFill>
            <a:blip r:embed="rId5">
              <a:alphaModFix/>
            </a:blip>
            <a:stretch>
              <a:fillRect/>
            </a:stretch>
          </p:blipFill>
          <p:spPr>
            <a:xfrm>
              <a:off x="6126574" y="3836096"/>
              <a:ext cx="1111725" cy="935999"/>
            </a:xfrm>
            <a:prstGeom prst="rect">
              <a:avLst/>
            </a:prstGeom>
            <a:noFill/>
            <a:ln>
              <a:noFill/>
            </a:ln>
          </p:spPr>
        </p:pic>
        <p:pic>
          <p:nvPicPr>
            <p:cNvPr id="706" name="Google Shape;706;p72"/>
            <p:cNvPicPr preferRelativeResize="0"/>
            <p:nvPr/>
          </p:nvPicPr>
          <p:blipFill rotWithShape="1">
            <a:blip r:embed="rId11">
              <a:alphaModFix/>
            </a:blip>
            <a:srcRect b="18725" l="7227" r="0" t="17082"/>
            <a:stretch/>
          </p:blipFill>
          <p:spPr>
            <a:xfrm>
              <a:off x="7646725" y="3795825"/>
              <a:ext cx="1754999" cy="936000"/>
            </a:xfrm>
            <a:prstGeom prst="rect">
              <a:avLst/>
            </a:prstGeom>
            <a:noFill/>
            <a:ln>
              <a:noFill/>
            </a:ln>
          </p:spPr>
        </p:pic>
      </p:grpSp>
      <p:pic>
        <p:nvPicPr>
          <p:cNvPr id="707" name="Google Shape;707;p72"/>
          <p:cNvPicPr preferRelativeResize="0"/>
          <p:nvPr/>
        </p:nvPicPr>
        <p:blipFill rotWithShape="1">
          <a:blip r:embed="rId12">
            <a:alphaModFix/>
          </a:blip>
          <a:srcRect b="309" l="25827" r="0" t="0"/>
          <a:stretch/>
        </p:blipFill>
        <p:spPr>
          <a:xfrm rot="-5400000">
            <a:off x="2027107" y="-2027109"/>
            <a:ext cx="5223134" cy="9277347"/>
          </a:xfrm>
          <a:prstGeom prst="rect">
            <a:avLst/>
          </a:prstGeom>
          <a:noFill/>
          <a:ln>
            <a:noFill/>
          </a:ln>
        </p:spPr>
      </p:pic>
      <p:sp>
        <p:nvSpPr>
          <p:cNvPr id="708" name="Google Shape;708;p72"/>
          <p:cNvSpPr/>
          <p:nvPr/>
        </p:nvSpPr>
        <p:spPr>
          <a:xfrm>
            <a:off x="0" y="-4538"/>
            <a:ext cx="9277500" cy="5211600"/>
          </a:xfrm>
          <a:prstGeom prst="rect">
            <a:avLst/>
          </a:prstGeom>
          <a:solidFill>
            <a:srgbClr val="002060">
              <a:alpha val="4863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Poppins"/>
              <a:ea typeface="Poppins"/>
              <a:cs typeface="Poppins"/>
              <a:sym typeface="Poppins"/>
            </a:endParaRPr>
          </a:p>
        </p:txBody>
      </p:sp>
      <p:sp>
        <p:nvSpPr>
          <p:cNvPr id="709" name="Google Shape;709;p72"/>
          <p:cNvSpPr txBox="1"/>
          <p:nvPr/>
        </p:nvSpPr>
        <p:spPr>
          <a:xfrm>
            <a:off x="1238541" y="1228118"/>
            <a:ext cx="6647700" cy="9795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1" i="1" lang="es" sz="1000">
                <a:solidFill>
                  <a:srgbClr val="FFFFFF"/>
                </a:solidFill>
                <a:latin typeface="Poppins"/>
                <a:ea typeface="Poppins"/>
                <a:cs typeface="Poppins"/>
                <a:sym typeface="Poppins"/>
              </a:rPr>
              <a:t>Clubes de Ciencia y Tecnología - </a:t>
            </a:r>
            <a:r>
              <a:rPr b="1" i="0" lang="es" sz="1000" u="none" cap="none" strike="noStrike">
                <a:solidFill>
                  <a:srgbClr val="FFFFFF"/>
                </a:solidFill>
                <a:latin typeface="Poppins"/>
                <a:ea typeface="Poppins"/>
                <a:cs typeface="Poppins"/>
                <a:sym typeface="Poppins"/>
              </a:rPr>
              <a:t>202</a:t>
            </a:r>
            <a:r>
              <a:rPr b="1" lang="es" sz="1000">
                <a:solidFill>
                  <a:srgbClr val="FFFFFF"/>
                </a:solidFill>
                <a:latin typeface="Poppins"/>
                <a:ea typeface="Poppins"/>
                <a:cs typeface="Poppins"/>
                <a:sym typeface="Poppins"/>
              </a:rPr>
              <a:t>6</a:t>
            </a:r>
            <a:endParaRPr b="1" i="0" sz="10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000"/>
              <a:buFont typeface="Arial"/>
              <a:buNone/>
            </a:pPr>
            <a:r>
              <a:rPr b="0" i="0" lang="es" sz="1000" u="none" cap="none" strike="noStrike">
                <a:solidFill>
                  <a:srgbClr val="FFFFFF"/>
                </a:solidFill>
                <a:latin typeface="Poppins"/>
                <a:ea typeface="Poppins"/>
                <a:cs typeface="Poppins"/>
                <a:sym typeface="Poppins"/>
              </a:rPr>
              <a:t>Estos materiales han sido elaborados de manera colaborativa entre los equipos de las Universidades Socias del Programa de Robótica Educativa de la Fundación Gabriel &amp; Mary Mustakis.</a:t>
            </a:r>
            <a:endParaRPr b="0" i="0" sz="1000" u="none" cap="none" strike="noStrike">
              <a:solidFill>
                <a:srgbClr val="FFFFFF"/>
              </a:solidFill>
              <a:latin typeface="Poppins"/>
              <a:ea typeface="Poppins"/>
              <a:cs typeface="Poppins"/>
              <a:sym typeface="Poppins"/>
            </a:endParaRPr>
          </a:p>
        </p:txBody>
      </p:sp>
      <p:pic>
        <p:nvPicPr>
          <p:cNvPr id="710" name="Google Shape;710;p72"/>
          <p:cNvPicPr preferRelativeResize="0"/>
          <p:nvPr/>
        </p:nvPicPr>
        <p:blipFill rotWithShape="1">
          <a:blip r:embed="rId13">
            <a:alphaModFix/>
          </a:blip>
          <a:srcRect b="0" l="0" r="0" t="0"/>
          <a:stretch/>
        </p:blipFill>
        <p:spPr>
          <a:xfrm>
            <a:off x="3231328" y="257197"/>
            <a:ext cx="2662178" cy="820166"/>
          </a:xfrm>
          <a:prstGeom prst="rect">
            <a:avLst/>
          </a:prstGeom>
          <a:noFill/>
          <a:ln>
            <a:noFill/>
          </a:ln>
        </p:spPr>
      </p:pic>
      <p:sp>
        <p:nvSpPr>
          <p:cNvPr id="711" name="Google Shape;711;p72"/>
          <p:cNvSpPr txBox="1"/>
          <p:nvPr/>
        </p:nvSpPr>
        <p:spPr>
          <a:xfrm>
            <a:off x="2766215" y="4662465"/>
            <a:ext cx="3592500" cy="5586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1" i="0" lang="es" sz="900" u="none" cap="none" strike="noStrike">
                <a:solidFill>
                  <a:srgbClr val="FFFFFF"/>
                </a:solidFill>
                <a:latin typeface="Poppins"/>
                <a:ea typeface="Poppins"/>
                <a:cs typeface="Poppins"/>
                <a:sym typeface="Poppins"/>
              </a:rPr>
              <a:t>Publicado Bajo Licencia Creative Commons</a:t>
            </a:r>
            <a:endParaRPr b="1" i="0" sz="900" u="none" cap="none" strike="noStrike">
              <a:solidFill>
                <a:srgbClr val="FFFFFF"/>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900"/>
              <a:buFont typeface="Arial"/>
              <a:buNone/>
            </a:pPr>
            <a:r>
              <a:rPr b="0" i="0" lang="es" sz="900" u="none" cap="none" strike="noStrike">
                <a:solidFill>
                  <a:srgbClr val="FFFFFF"/>
                </a:solidFill>
                <a:latin typeface="Poppins"/>
                <a:ea typeface="Poppins"/>
                <a:cs typeface="Poppins"/>
                <a:sym typeface="Poppins"/>
              </a:rPr>
              <a:t>Atribución-NoComercial-CompartirIgual (CC BY-NC-SA)</a:t>
            </a:r>
            <a:endParaRPr b="0" i="0" sz="900" u="none" cap="none" strike="noStrike">
              <a:solidFill>
                <a:srgbClr val="FFFFFF"/>
              </a:solidFill>
              <a:latin typeface="Poppins"/>
              <a:ea typeface="Poppins"/>
              <a:cs typeface="Poppins"/>
              <a:sym typeface="Poppins"/>
            </a:endParaRPr>
          </a:p>
        </p:txBody>
      </p:sp>
      <p:pic>
        <p:nvPicPr>
          <p:cNvPr id="712" name="Google Shape;712;p72"/>
          <p:cNvPicPr preferRelativeResize="0"/>
          <p:nvPr/>
        </p:nvPicPr>
        <p:blipFill rotWithShape="1">
          <a:blip r:embed="rId14">
            <a:alphaModFix/>
          </a:blip>
          <a:srcRect b="0" l="0" r="0" t="0"/>
          <a:stretch/>
        </p:blipFill>
        <p:spPr>
          <a:xfrm>
            <a:off x="1443526" y="2207618"/>
            <a:ext cx="6237780" cy="1381142"/>
          </a:xfrm>
          <a:prstGeom prst="rect">
            <a:avLst/>
          </a:prstGeom>
          <a:noFill/>
          <a:ln>
            <a:noFill/>
          </a:ln>
        </p:spPr>
      </p:pic>
      <p:pic>
        <p:nvPicPr>
          <p:cNvPr id="713" name="Google Shape;713;p72"/>
          <p:cNvPicPr preferRelativeResize="0"/>
          <p:nvPr/>
        </p:nvPicPr>
        <p:blipFill rotWithShape="1">
          <a:blip r:embed="rId15">
            <a:alphaModFix/>
          </a:blip>
          <a:srcRect b="0" l="0" r="0" t="0"/>
          <a:stretch/>
        </p:blipFill>
        <p:spPr>
          <a:xfrm>
            <a:off x="4003616" y="3846309"/>
            <a:ext cx="1117600" cy="800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